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20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21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22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7.xml" ContentType="application/vnd.openxmlformats-officedocument.presentationml.slideMaster+xml"/>
  <Override PartName="/ppt/slideMasters/slideMaster24.xml" ContentType="application/vnd.openxmlformats-officedocument.presentationml.slideMaster+xml"/>
  <Override PartName="/ppt/slideMasters/slideMaster8.xml" ContentType="application/vnd.openxmlformats-officedocument.presentationml.slideMaster+xml"/>
  <Override PartName="/ppt/slideMasters/slideMaster25.xml" ContentType="application/vnd.openxmlformats-officedocument.presentationml.slideMaster+xml"/>
  <Override PartName="/ppt/slideMasters/slideMaster9.xml" ContentType="application/vnd.openxmlformats-officedocument.presentationml.slideMaster+xml"/>
  <Override PartName="/ppt/slideMasters/slideMaster26.xml" ContentType="application/vnd.openxmlformats-officedocument.presentationml.slideMaster+xml"/>
  <Override PartName="/ppt/slideMasters/slideMaster10.xml" ContentType="application/vnd.openxmlformats-officedocument.presentationml.slideMaster+xml"/>
  <Override PartName="/ppt/slideMasters/slideMaster1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13.xml" ContentType="application/vnd.openxmlformats-officedocument.presentationml.slideMaster+xml"/>
  <Override PartName="/ppt/slideMasters/slideMaster14.xml" ContentType="application/vnd.openxmlformats-officedocument.presentationml.slideMaster+xml"/>
  <Override PartName="/ppt/slideMasters/slideMaster15.xml" ContentType="application/vnd.openxmlformats-officedocument.presentationml.slideMaster+xml"/>
  <Override PartName="/ppt/slideMasters/slideMaster16.xml" ContentType="application/vnd.openxmlformats-officedocument.presentationml.slideMaster+xml"/>
  <Override PartName="/ppt/slideMasters/slideMaster17.xml" ContentType="application/vnd.openxmlformats-officedocument.presentationml.slideMaster+xml"/>
  <Override PartName="/ppt/slideMasters/slideMaster18.xml" ContentType="application/vnd.openxmlformats-officedocument.presentationml.slideMaster+xml"/>
  <Override PartName="/ppt/slideMasters/slideMaster19.xml" ContentType="application/vnd.openxmlformats-officedocument.presentationml.slideMaster+xml"/>
  <Override PartName="/ppt/slideMasters/slideMaster27.xml" ContentType="application/vnd.openxmlformats-officedocument.presentationml.slideMaster+xml"/>
  <Override PartName="/ppt/slideMasters/slideMaster28.xml" ContentType="application/vnd.openxmlformats-officedocument.presentationml.slideMaster+xml"/>
  <Override PartName="/ppt/slideMasters/slideMaster29.xml" ContentType="application/vnd.openxmlformats-officedocument.presentationml.slideMaster+xml"/>
  <Override PartName="/ppt/slideMasters/slideMaster30.xml" ContentType="application/vnd.openxmlformats-officedocument.presentationml.slideMaster+xml"/>
  <Override PartName="/ppt/slideMasters/slideMaster31.xml" ContentType="application/vnd.openxmlformats-officedocument.presentationml.slideMaster+xml"/>
  <Override PartName="/ppt/slideMasters/slideMaster32.xml" ContentType="application/vnd.openxmlformats-officedocument.presentationml.slideMaster+xml"/>
  <Override PartName="/ppt/slideMasters/slideMaster33.xml" ContentType="application/vnd.openxmlformats-officedocument.presentationml.slideMaster+xml"/>
  <Override PartName="/ppt/slideMasters/slideMaster34.xml" ContentType="application/vnd.openxmlformats-officedocument.presentationml.slideMaster+xml"/>
  <Override PartName="/ppt/slideMasters/slideMaster35.xml" ContentType="application/vnd.openxmlformats-officedocument.presentationml.slideMaster+xml"/>
  <Override PartName="/ppt/slideMasters/slideMaster36.xml" ContentType="application/vnd.openxmlformats-officedocument.presentationml.slideMaster+xml"/>
  <Override PartName="/ppt/slideMasters/slideMaster37.xml" ContentType="application/vnd.openxmlformats-officedocument.presentationml.slideMaster+xml"/>
  <Override PartName="/ppt/slideMasters/slideMaster38.xml" ContentType="application/vnd.openxmlformats-officedocument.presentationml.slideMaster+xml"/>
  <Override PartName="/ppt/slideMasters/slideMaster39.xml" ContentType="application/vnd.openxmlformats-officedocument.presentationml.slideMaster+xml"/>
  <Override PartName="/ppt/slideMasters/slideMaster40.xml" ContentType="application/vnd.openxmlformats-officedocument.presentationml.slideMaster+xml"/>
  <Override PartName="/ppt/slideMasters/_rels/slideMaster40.xml.rels" ContentType="application/vnd.openxmlformats-package.relationships+xml"/>
  <Override PartName="/ppt/slideMasters/_rels/slideMaster1.xml.rels" ContentType="application/vnd.openxmlformats-package.relationships+xml"/>
  <Override PartName="/ppt/slideMasters/_rels/slideMaster22.xml.rels" ContentType="application/vnd.openxmlformats-package.relationships+xml"/>
  <Override PartName="/ppt/slideMasters/_rels/slideMaster2.xml.rels" ContentType="application/vnd.openxmlformats-package.relationships+xml"/>
  <Override PartName="/ppt/slideMasters/_rels/slideMaster20.xml.rels" ContentType="application/vnd.openxmlformats-package.relationships+xml"/>
  <Override PartName="/ppt/slideMasters/_rels/slideMaster3.xml.rels" ContentType="application/vnd.openxmlformats-package.relationships+xml"/>
  <Override PartName="/ppt/slideMasters/_rels/slideMaster21.xml.rels" ContentType="application/vnd.openxmlformats-package.relationships+xml"/>
  <Override PartName="/ppt/slideMasters/_rels/slideMaster4.xml.rels" ContentType="application/vnd.openxmlformats-package.relationships+xml"/>
  <Override PartName="/ppt/slideMasters/_rels/slideMaster5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6.xml.rels" ContentType="application/vnd.openxmlformats-package.relationships+xml"/>
  <Override PartName="/ppt/slideMasters/_rels/slideMaster24.xml.rels" ContentType="application/vnd.openxmlformats-package.relationships+xml"/>
  <Override PartName="/ppt/slideMasters/_rels/slideMaster7.xml.rels" ContentType="application/vnd.openxmlformats-package.relationships+xml"/>
  <Override PartName="/ppt/slideMasters/_rels/slideMaster25.xml.rels" ContentType="application/vnd.openxmlformats-package.relationships+xml"/>
  <Override PartName="/ppt/slideMasters/_rels/slideMaster8.xml.rels" ContentType="application/vnd.openxmlformats-package.relationships+xml"/>
  <Override PartName="/ppt/slideMasters/_rels/slideMaster26.xml.rels" ContentType="application/vnd.openxmlformats-package.relationships+xml"/>
  <Override PartName="/ppt/slideMasters/_rels/slideMaster9.xml.rels" ContentType="application/vnd.openxmlformats-package.relationships+xml"/>
  <Override PartName="/ppt/slideMasters/_rels/slideMaster10.xml.rels" ContentType="application/vnd.openxmlformats-package.relationships+xml"/>
  <Override PartName="/ppt/slideMasters/_rels/slideMaster11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3.xml.rels" ContentType="application/vnd.openxmlformats-package.relationships+xml"/>
  <Override PartName="/ppt/slideMasters/_rels/slideMaster14.xml.rels" ContentType="application/vnd.openxmlformats-package.relationships+xml"/>
  <Override PartName="/ppt/slideMasters/_rels/slideMaster15.xml.rels" ContentType="application/vnd.openxmlformats-package.relationships+xml"/>
  <Override PartName="/ppt/slideMasters/_rels/slideMaster16.xml.rels" ContentType="application/vnd.openxmlformats-package.relationships+xml"/>
  <Override PartName="/ppt/slideMasters/_rels/slideMaster17.xml.rels" ContentType="application/vnd.openxmlformats-package.relationships+xml"/>
  <Override PartName="/ppt/slideMasters/_rels/slideMaster18.xml.rels" ContentType="application/vnd.openxmlformats-package.relationships+xml"/>
  <Override PartName="/ppt/slideMasters/_rels/slideMaster19.xml.rels" ContentType="application/vnd.openxmlformats-package.relationships+xml"/>
  <Override PartName="/ppt/slideMasters/_rels/slideMaster27.xml.rels" ContentType="application/vnd.openxmlformats-package.relationships+xml"/>
  <Override PartName="/ppt/slideMasters/_rels/slideMaster28.xml.rels" ContentType="application/vnd.openxmlformats-package.relationships+xml"/>
  <Override PartName="/ppt/slideMasters/_rels/slideMaster29.xml.rels" ContentType="application/vnd.openxmlformats-package.relationships+xml"/>
  <Override PartName="/ppt/slideMasters/_rels/slideMaster30.xml.rels" ContentType="application/vnd.openxmlformats-package.relationships+xml"/>
  <Override PartName="/ppt/slideMasters/_rels/slideMaster31.xml.rels" ContentType="application/vnd.openxmlformats-package.relationships+xml"/>
  <Override PartName="/ppt/slideMasters/_rels/slideMaster32.xml.rels" ContentType="application/vnd.openxmlformats-package.relationships+xml"/>
  <Override PartName="/ppt/slideMasters/_rels/slideMaster33.xml.rels" ContentType="application/vnd.openxmlformats-package.relationships+xml"/>
  <Override PartName="/ppt/slideMasters/_rels/slideMaster34.xml.rels" ContentType="application/vnd.openxmlformats-package.relationships+xml"/>
  <Override PartName="/ppt/slideMasters/_rels/slideMaster35.xml.rels" ContentType="application/vnd.openxmlformats-package.relationships+xml"/>
  <Override PartName="/ppt/slideMasters/_rels/slideMaster36.xml.rels" ContentType="application/vnd.openxmlformats-package.relationships+xml"/>
  <Override PartName="/ppt/slideMasters/_rels/slideMaster37.xml.rels" ContentType="application/vnd.openxmlformats-package.relationships+xml"/>
  <Override PartName="/ppt/slideMasters/_rels/slideMaster38.xml.rels" ContentType="application/vnd.openxmlformats-package.relationships+xml"/>
  <Override PartName="/ppt/slideMasters/_rels/slideMaster39.xml.rels" ContentType="application/vnd.openxmlformats-package.relationships+xml"/>
  <Override PartName="/ppt/notesMasters/notesMaster1.xml" ContentType="application/vnd.openxmlformats-officedocument.presentationml.notesMaster+xml"/>
  <Override PartName="/ppt/notesMasters/_rels/notesMaster1.xml.rels" ContentType="application/vnd.openxmlformats-package.relationships+xml"/>
  <Override PartName="/ppt/theme/theme26.xml" ContentType="application/vnd.openxmlformats-officedocument.theme+xml"/>
  <Override PartName="/ppt/theme/theme1.xml" ContentType="application/vnd.openxmlformats-officedocument.theme+xml"/>
  <Override PartName="/ppt/theme/theme27.xml" ContentType="application/vnd.openxmlformats-officedocument.theme+xml"/>
  <Override PartName="/ppt/theme/theme2.xml" ContentType="application/vnd.openxmlformats-officedocument.theme+xml"/>
  <Override PartName="/ppt/theme/theme28.xml" ContentType="application/vnd.openxmlformats-officedocument.theme+xml"/>
  <Override PartName="/ppt/theme/theme3.xml" ContentType="application/vnd.openxmlformats-officedocument.theme+xml"/>
  <Override PartName="/ppt/theme/theme29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40.xml" ContentType="application/vnd.openxmlformats-officedocument.theme+xml"/>
  <Override PartName="/ppt/theme/theme6.xml" ContentType="application/vnd.openxmlformats-officedocument.theme+xml"/>
  <Override PartName="/ppt/theme/theme41.xml" ContentType="application/vnd.openxmlformats-officedocument.theme+xml"/>
  <Override PartName="/ppt/theme/theme7.xml" ContentType="application/vnd.openxmlformats-officedocument.theme+xml"/>
  <Override PartName="/ppt/theme/theme8.xml" ContentType="application/vnd.openxmlformats-officedocument.theme+xml"/>
  <Override PartName="/ppt/theme/theme9.xml" ContentType="application/vnd.openxmlformats-officedocument.theme+xml"/>
  <Override PartName="/ppt/theme/theme10.xml" ContentType="application/vnd.openxmlformats-officedocument.theme+xml"/>
  <Override PartName="/ppt/theme/theme11.xml" ContentType="application/vnd.openxmlformats-officedocument.theme+xml"/>
  <Override PartName="/ppt/theme/theme12.xml" ContentType="application/vnd.openxmlformats-officedocument.theme+xml"/>
  <Override PartName="/ppt/theme/theme13.xml" ContentType="application/vnd.openxmlformats-officedocument.theme+xml"/>
  <Override PartName="/ppt/theme/theme14.xml" ContentType="application/vnd.openxmlformats-officedocument.theme+xml"/>
  <Override PartName="/ppt/theme/theme15.xml" ContentType="application/vnd.openxmlformats-officedocument.theme+xml"/>
  <Override PartName="/ppt/theme/theme16.xml" ContentType="application/vnd.openxmlformats-officedocument.theme+xml"/>
  <Override PartName="/ppt/theme/theme17.xml" ContentType="application/vnd.openxmlformats-officedocument.theme+xml"/>
  <Override PartName="/ppt/theme/theme18.xml" ContentType="application/vnd.openxmlformats-officedocument.theme+xml"/>
  <Override PartName="/ppt/theme/theme19.xml" ContentType="application/vnd.openxmlformats-officedocument.theme+xml"/>
  <Override PartName="/ppt/theme/theme20.xml" ContentType="application/vnd.openxmlformats-officedocument.theme+xml"/>
  <Override PartName="/ppt/theme/theme21.xml" ContentType="application/vnd.openxmlformats-officedocument.theme+xml"/>
  <Override PartName="/ppt/theme/theme22.xml" ContentType="application/vnd.openxmlformats-officedocument.theme+xml"/>
  <Override PartName="/ppt/theme/theme23.xml" ContentType="application/vnd.openxmlformats-officedocument.theme+xml"/>
  <Override PartName="/ppt/theme/theme24.xml" ContentType="application/vnd.openxmlformats-officedocument.theme+xml"/>
  <Override PartName="/ppt/theme/theme25.xml" ContentType="application/vnd.openxmlformats-officedocument.theme+xml"/>
  <Override PartName="/ppt/theme/theme30.xml" ContentType="application/vnd.openxmlformats-officedocument.theme+xml"/>
  <Override PartName="/ppt/theme/theme31.xml" ContentType="application/vnd.openxmlformats-officedocument.theme+xml"/>
  <Override PartName="/ppt/theme/theme32.xml" ContentType="application/vnd.openxmlformats-officedocument.theme+xml"/>
  <Override PartName="/ppt/theme/theme33.xml" ContentType="application/vnd.openxmlformats-officedocument.theme+xml"/>
  <Override PartName="/ppt/theme/theme34.xml" ContentType="application/vnd.openxmlformats-officedocument.theme+xml"/>
  <Override PartName="/ppt/theme/theme35.xml" ContentType="application/vnd.openxmlformats-officedocument.theme+xml"/>
  <Override PartName="/ppt/theme/theme36.xml" ContentType="application/vnd.openxmlformats-officedocument.theme+xml"/>
  <Override PartName="/ppt/theme/theme37.xml" ContentType="application/vnd.openxmlformats-officedocument.theme+xml"/>
  <Override PartName="/ppt/theme/theme38.xml" ContentType="application/vnd.openxmlformats-officedocument.theme+xml"/>
  <Override PartName="/ppt/theme/theme39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_rels/notesSlide1.xml.rels" ContentType="application/vnd.openxmlformats-package.relationships+xml"/>
  <Override PartName="/ppt/notesSlides/_rels/notesSlide2.xml.rels" ContentType="application/vnd.openxmlformats-package.relationships+xml"/>
  <Override PartName="/ppt/notesSlides/_rels/notesSlide3.xml.rels" ContentType="application/vnd.openxmlformats-package.relationships+xml"/>
  <Override PartName="/ppt/notesSlides/_rels/notesSlide4.xml.rels" ContentType="application/vnd.openxmlformats-package.relationships+xml"/>
  <Override PartName="/ppt/notesSlides/_rels/notesSlide5.xml.rels" ContentType="application/vnd.openxmlformats-package.relationships+xml"/>
  <Override PartName="/ppt/notesSlides/_rels/notesSlide6.xml.rels" ContentType="application/vnd.openxmlformats-package.relationships+xml"/>
  <Override PartName="/ppt/notesSlides/_rels/notesSlide7.xml.rels" ContentType="application/vnd.openxmlformats-package.relationships+xml"/>
  <Override PartName="/ppt/notesSlides/_rels/notesSlide8.xml.rels" ContentType="application/vnd.openxmlformats-package.relationships+xml"/>
  <Override PartName="/ppt/slideLayouts/slideLayout31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_rels/slideLayout3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35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36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7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38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9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14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17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40.xml.rels" ContentType="application/vnd.openxmlformats-package.relationships+xml"/>
  <Override PartName="/ppt/slideLayouts/_rels/slideLayout41.xml.rels" ContentType="application/vnd.openxmlformats-package.relationships+xml"/>
  <Override PartName="/ppt/slideLayouts/_rels/slideLayout42.xml.rels" ContentType="application/vnd.openxmlformats-package.relationships+xml"/>
  <Override PartName="/ppt/slideLayouts/_rels/slideLayout43.xml.rels" ContentType="application/vnd.openxmlformats-package.relationships+xml"/>
  <Override PartName="/ppt/slideLayouts/_rels/slideLayout44.xml.rels" ContentType="application/vnd.openxmlformats-package.relationships+xml"/>
  <Override PartName="/ppt/slideLayouts/_rels/slideLayout45.xml.rels" ContentType="application/vnd.openxmlformats-package.relationships+xml"/>
  <Override PartName="/ppt/slideLayouts/_rels/slideLayout46.xml.rels" ContentType="application/vnd.openxmlformats-package.relationshi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_rels/slide1.xml.rels" ContentType="application/vnd.openxmlformats-package.relationships+xml"/>
  <Override PartName="/ppt/slides/_rels/slide2.xml.rels" ContentType="application/vnd.openxmlformats-package.relationships+xml"/>
  <Override PartName="/ppt/slides/_rels/slide3.xml.rels" ContentType="application/vnd.openxmlformats-package.relationships+xml"/>
  <Override PartName="/ppt/slides/_rels/slide4.xml.rels" ContentType="application/vnd.openxmlformats-package.relationships+xml"/>
  <Override PartName="/ppt/slides/_rels/slide5.xml.rels" ContentType="application/vnd.openxmlformats-package.relationships+xml"/>
  <Override PartName="/ppt/slides/_rels/slide6.xml.rels" ContentType="application/vnd.openxmlformats-package.relationships+xml"/>
  <Override PartName="/ppt/slides/_rels/slide7.xml.rels" ContentType="application/vnd.openxmlformats-package.relationships+xml"/>
  <Override PartName="/ppt/slides/_rels/slide8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presProps.xml" ContentType="application/vnd.openxmlformats-officedocument.presentationml.presProps+xml"/>
  <Override PartName="/ppt/_rels/presentation.xml.rels" ContentType="application/vnd.openxmlformats-package.relationshi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  <p:sldMasterId id="2147483652" r:id="rId4"/>
    <p:sldMasterId id="2147483654" r:id="rId5"/>
    <p:sldMasterId id="2147483656" r:id="rId6"/>
    <p:sldMasterId id="2147483658" r:id="rId7"/>
    <p:sldMasterId id="2147483660" r:id="rId8"/>
    <p:sldMasterId id="2147483668" r:id="rId9"/>
    <p:sldMasterId id="2147483670" r:id="rId10"/>
    <p:sldMasterId id="2147483672" r:id="rId11"/>
    <p:sldMasterId id="2147483674" r:id="rId12"/>
    <p:sldMasterId id="2147483676" r:id="rId13"/>
    <p:sldMasterId id="2147483678" r:id="rId14"/>
    <p:sldMasterId id="2147483680" r:id="rId15"/>
    <p:sldMasterId id="2147483682" r:id="rId16"/>
    <p:sldMasterId id="2147483684" r:id="rId17"/>
    <p:sldMasterId id="2147483686" r:id="rId18"/>
    <p:sldMasterId id="2147483688" r:id="rId19"/>
    <p:sldMasterId id="2147483690" r:id="rId20"/>
    <p:sldMasterId id="2147483692" r:id="rId21"/>
    <p:sldMasterId id="2147483694" r:id="rId22"/>
    <p:sldMasterId id="2147483696" r:id="rId23"/>
    <p:sldMasterId id="2147483698" r:id="rId24"/>
    <p:sldMasterId id="2147483700" r:id="rId25"/>
    <p:sldMasterId id="2147483702" r:id="rId26"/>
    <p:sldMasterId id="2147483704" r:id="rId27"/>
    <p:sldMasterId id="2147483706" r:id="rId28"/>
    <p:sldMasterId id="2147483708" r:id="rId29"/>
    <p:sldMasterId id="2147483710" r:id="rId30"/>
    <p:sldMasterId id="2147483712" r:id="rId31"/>
    <p:sldMasterId id="2147483714" r:id="rId32"/>
    <p:sldMasterId id="2147483716" r:id="rId33"/>
    <p:sldMasterId id="2147483718" r:id="rId34"/>
    <p:sldMasterId id="2147483720" r:id="rId35"/>
    <p:sldMasterId id="2147483722" r:id="rId36"/>
    <p:sldMasterId id="2147483724" r:id="rId37"/>
    <p:sldMasterId id="2147483726" r:id="rId38"/>
    <p:sldMasterId id="2147483728" r:id="rId39"/>
    <p:sldMasterId id="2147483730" r:id="rId40"/>
    <p:sldMasterId id="2147483732" r:id="rId41"/>
  </p:sldMasterIdLst>
  <p:notesMasterIdLst>
    <p:notesMasterId r:id="rId42"/>
  </p:notesMasterIdLst>
  <p:sldIdLst>
    <p:sldId id="256" r:id="rId43"/>
    <p:sldId id="257" r:id="rId44"/>
    <p:sldId id="258" r:id="rId45"/>
    <p:sldId id="259" r:id="rId46"/>
    <p:sldId id="260" r:id="rId47"/>
    <p:sldId id="261" r:id="rId48"/>
    <p:sldId id="262" r:id="rId49"/>
    <p:sldId id="263" r:id="rId50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Master" Target="slideMasters/slideMaster3.xml"/><Relationship Id="rId5" Type="http://schemas.openxmlformats.org/officeDocument/2006/relationships/slideMaster" Target="slideMasters/slideMaster4.xml"/><Relationship Id="rId6" Type="http://schemas.openxmlformats.org/officeDocument/2006/relationships/slideMaster" Target="slideMasters/slideMaster5.xml"/><Relationship Id="rId7" Type="http://schemas.openxmlformats.org/officeDocument/2006/relationships/slideMaster" Target="slideMasters/slideMaster6.xml"/><Relationship Id="rId8" Type="http://schemas.openxmlformats.org/officeDocument/2006/relationships/slideMaster" Target="slideMasters/slideMaster7.xml"/><Relationship Id="rId9" Type="http://schemas.openxmlformats.org/officeDocument/2006/relationships/slideMaster" Target="slideMasters/slideMaster8.xml"/><Relationship Id="rId10" Type="http://schemas.openxmlformats.org/officeDocument/2006/relationships/slideMaster" Target="slideMasters/slideMaster9.xml"/><Relationship Id="rId11" Type="http://schemas.openxmlformats.org/officeDocument/2006/relationships/slideMaster" Target="slideMasters/slideMaster10.xml"/><Relationship Id="rId12" Type="http://schemas.openxmlformats.org/officeDocument/2006/relationships/slideMaster" Target="slideMasters/slideMaster11.xml"/><Relationship Id="rId13" Type="http://schemas.openxmlformats.org/officeDocument/2006/relationships/slideMaster" Target="slideMasters/slideMaster12.xml"/><Relationship Id="rId14" Type="http://schemas.openxmlformats.org/officeDocument/2006/relationships/slideMaster" Target="slideMasters/slideMaster13.xml"/><Relationship Id="rId15" Type="http://schemas.openxmlformats.org/officeDocument/2006/relationships/slideMaster" Target="slideMasters/slideMaster14.xml"/><Relationship Id="rId16" Type="http://schemas.openxmlformats.org/officeDocument/2006/relationships/slideMaster" Target="slideMasters/slideMaster15.xml"/><Relationship Id="rId17" Type="http://schemas.openxmlformats.org/officeDocument/2006/relationships/slideMaster" Target="slideMasters/slideMaster16.xml"/><Relationship Id="rId18" Type="http://schemas.openxmlformats.org/officeDocument/2006/relationships/slideMaster" Target="slideMasters/slideMaster17.xml"/><Relationship Id="rId19" Type="http://schemas.openxmlformats.org/officeDocument/2006/relationships/slideMaster" Target="slideMasters/slideMaster18.xml"/><Relationship Id="rId20" Type="http://schemas.openxmlformats.org/officeDocument/2006/relationships/slideMaster" Target="slideMasters/slideMaster19.xml"/><Relationship Id="rId21" Type="http://schemas.openxmlformats.org/officeDocument/2006/relationships/slideMaster" Target="slideMasters/slideMaster20.xml"/><Relationship Id="rId22" Type="http://schemas.openxmlformats.org/officeDocument/2006/relationships/slideMaster" Target="slideMasters/slideMaster21.xml"/><Relationship Id="rId23" Type="http://schemas.openxmlformats.org/officeDocument/2006/relationships/slideMaster" Target="slideMasters/slideMaster22.xml"/><Relationship Id="rId24" Type="http://schemas.openxmlformats.org/officeDocument/2006/relationships/slideMaster" Target="slideMasters/slideMaster23.xml"/><Relationship Id="rId25" Type="http://schemas.openxmlformats.org/officeDocument/2006/relationships/slideMaster" Target="slideMasters/slideMaster24.xml"/><Relationship Id="rId26" Type="http://schemas.openxmlformats.org/officeDocument/2006/relationships/slideMaster" Target="slideMasters/slideMaster25.xml"/><Relationship Id="rId27" Type="http://schemas.openxmlformats.org/officeDocument/2006/relationships/slideMaster" Target="slideMasters/slideMaster26.xml"/><Relationship Id="rId28" Type="http://schemas.openxmlformats.org/officeDocument/2006/relationships/slideMaster" Target="slideMasters/slideMaster27.xml"/><Relationship Id="rId29" Type="http://schemas.openxmlformats.org/officeDocument/2006/relationships/slideMaster" Target="slideMasters/slideMaster28.xml"/><Relationship Id="rId30" Type="http://schemas.openxmlformats.org/officeDocument/2006/relationships/slideMaster" Target="slideMasters/slideMaster29.xml"/><Relationship Id="rId31" Type="http://schemas.openxmlformats.org/officeDocument/2006/relationships/slideMaster" Target="slideMasters/slideMaster30.xml"/><Relationship Id="rId32" Type="http://schemas.openxmlformats.org/officeDocument/2006/relationships/slideMaster" Target="slideMasters/slideMaster31.xml"/><Relationship Id="rId33" Type="http://schemas.openxmlformats.org/officeDocument/2006/relationships/slideMaster" Target="slideMasters/slideMaster32.xml"/><Relationship Id="rId34" Type="http://schemas.openxmlformats.org/officeDocument/2006/relationships/slideMaster" Target="slideMasters/slideMaster33.xml"/><Relationship Id="rId35" Type="http://schemas.openxmlformats.org/officeDocument/2006/relationships/slideMaster" Target="slideMasters/slideMaster34.xml"/><Relationship Id="rId36" Type="http://schemas.openxmlformats.org/officeDocument/2006/relationships/slideMaster" Target="slideMasters/slideMaster35.xml"/><Relationship Id="rId37" Type="http://schemas.openxmlformats.org/officeDocument/2006/relationships/slideMaster" Target="slideMasters/slideMaster36.xml"/><Relationship Id="rId38" Type="http://schemas.openxmlformats.org/officeDocument/2006/relationships/slideMaster" Target="slideMasters/slideMaster37.xml"/><Relationship Id="rId39" Type="http://schemas.openxmlformats.org/officeDocument/2006/relationships/slideMaster" Target="slideMasters/slideMaster38.xml"/><Relationship Id="rId40" Type="http://schemas.openxmlformats.org/officeDocument/2006/relationships/slideMaster" Target="slideMasters/slideMaster39.xml"/><Relationship Id="rId41" Type="http://schemas.openxmlformats.org/officeDocument/2006/relationships/slideMaster" Target="slideMasters/slideMaster40.xml"/><Relationship Id="rId42" Type="http://schemas.openxmlformats.org/officeDocument/2006/relationships/notesMaster" Target="notesMasters/notesMaster1.xml"/><Relationship Id="rId43" Type="http://schemas.openxmlformats.org/officeDocument/2006/relationships/slide" Target="slides/slide1.xml"/><Relationship Id="rId44" Type="http://schemas.openxmlformats.org/officeDocument/2006/relationships/slide" Target="slides/slide2.xml"/><Relationship Id="rId45" Type="http://schemas.openxmlformats.org/officeDocument/2006/relationships/slide" Target="slides/slide3.xml"/><Relationship Id="rId46" Type="http://schemas.openxmlformats.org/officeDocument/2006/relationships/slide" Target="slides/slide4.xml"/><Relationship Id="rId47" Type="http://schemas.openxmlformats.org/officeDocument/2006/relationships/slide" Target="slides/slide5.xml"/><Relationship Id="rId48" Type="http://schemas.openxmlformats.org/officeDocument/2006/relationships/slide" Target="slides/slide6.xml"/><Relationship Id="rId49" Type="http://schemas.openxmlformats.org/officeDocument/2006/relationships/slide" Target="slides/slide7.xml"/><Relationship Id="rId50" Type="http://schemas.openxmlformats.org/officeDocument/2006/relationships/slide" Target="slides/slide8.xml"/><Relationship Id="rId51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41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PlaceHolder 1"/>
          <p:cNvSpPr>
            <a:spLocks noGrp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/>
            <a:r>
              <a:rPr b="0" lang="ru-RU" sz="4400" strike="noStrike" u="none">
                <a:solidFill>
                  <a:srgbClr val="000000"/>
                </a:solidFill>
                <a:uFillTx/>
                <a:latin typeface="Arial"/>
              </a:rPr>
              <a:t>Для перемещения страницы щёлкните мышью</a:t>
            </a: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8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marL="216000" indent="-216000">
              <a:buNone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Для правки формата примечаний щёлкните мышью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9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0" name="PlaceHolder 4"/>
          <p:cNvSpPr>
            <a:spLocks noGrp="1"/>
          </p:cNvSpPr>
          <p:nvPr>
            <p:ph type="dt" idx="12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1" name="PlaceHolder 5"/>
          <p:cNvSpPr>
            <a:spLocks noGrp="1"/>
          </p:cNvSpPr>
          <p:nvPr>
            <p:ph type="ftr" idx="12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2" name="PlaceHolder 6"/>
          <p:cNvSpPr>
            <a:spLocks noGrp="1"/>
          </p:cNvSpPr>
          <p:nvPr>
            <p:ph type="sldNum" idx="12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indent="0" algn="r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97ACF0E-BCD1-42BA-A469-55E8CAD3584D}" type="slidenum"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1</a:t>
            </a:fld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1.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6" name="PlaceHolder 3"/>
          <p:cNvSpPr>
            <a:spLocks noGrp="1"/>
          </p:cNvSpPr>
          <p:nvPr>
            <p:ph type="sldNum" idx="1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2.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sections 2–3 and 6–7.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9" name="PlaceHolder 3"/>
          <p:cNvSpPr>
            <a:spLocks noGrp="1"/>
          </p:cNvSpPr>
          <p:nvPr>
            <p:ph type="sldNum" idx="1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3.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sections 6–7 (competencies, roles, and thematic plan).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2" name="PlaceHolder 3"/>
          <p:cNvSpPr>
            <a:spLocks noGrp="1"/>
          </p:cNvSpPr>
          <p:nvPr>
            <p:ph type="sldNum" idx="1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3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4.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5" name="PlaceHolder 3"/>
          <p:cNvSpPr>
            <a:spLocks noGrp="1"/>
          </p:cNvSpPr>
          <p:nvPr>
            <p:ph type="sldNum" idx="12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200" strike="noStrike" u="none">
              <a:solidFill>
                <a:schemeClr val="dk1"/>
              </a:solidFill>
              <a:uFillTx/>
              <a:latin typeface="+mn-lt"/>
              <a:ea typeface="+mn-ea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360" cy="360"/>
          </a:xfrm>
          <a:prstGeom prst="rect">
            <a:avLst/>
          </a:prstGeom>
          <a:ln w="0">
            <a:noFill/>
          </a:ln>
        </p:spPr>
      </p:sp>
      <p:sp>
        <p:nvSpPr>
          <p:cNvPr id="3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3.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sections 6–7 (competencies, roles, and thematic plan).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18" name="PlaceHolder 3"/>
          <p:cNvSpPr>
            <a:spLocks noGrp="1"/>
          </p:cNvSpPr>
          <p:nvPr>
            <p:ph type="sldNum" idx="12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5.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rpd.md, section 7.3.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GitHub repository Project/README.md at commit 23594a3c4e1c98532aeb6ac093e4c4e4c4733618: https://github.com/Stasychbr/top_ai_2026/blob/main/Project/README.md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1" name="PlaceHolder 3"/>
          <p:cNvSpPr>
            <a:spLocks noGrp="1"/>
          </p:cNvSpPr>
          <p:nvPr>
            <p:ph type="sldNum" idx="12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6.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GitHub repository README.md and directory tree at commit 23594a3c4e1c98532aeb6ac093e4c4e4c4733618: https://github.com/Stasychbr/top_ai_2026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4" name="PlaceHolder 3"/>
          <p:cNvSpPr>
            <a:spLocks noGrp="1"/>
          </p:cNvSpPr>
          <p:nvPr>
            <p:ph type="sldNum" idx="13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[Sources]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presentation_defense.tex and presentation_defense.pdf, source slide 1.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- User-provided шаблон презентации(3).pptx for layout, branding, and inherited assets.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7" name="PlaceHolder 3"/>
          <p:cNvSpPr>
            <a:spLocks noGrp="1"/>
          </p:cNvSpPr>
          <p:nvPr>
            <p:ph type="sldNum" idx="13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-45000" bIns="-45000" anchor="t">
            <a:noAutofit/>
          </a:bodyPr>
          <a:p>
            <a:pPr indent="0">
              <a:buNone/>
            </a:pP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5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6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7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8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9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0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1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3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4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5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6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7.xml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8.xml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9.xml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0.xml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1.xml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2.xml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4.xml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5.xml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6.xml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7.xml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8.xml"/>
</Relationships>
</file>

<file path=ppt/slideLayouts/_rels/slideLayout3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9.xml"/>
</Relationships>
</file>

<file path=ppt/slideLayouts/_rels/slideLayout3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0.xml"/>
</Relationships>
</file>

<file path=ppt/slideLayouts/_rels/slideLayout3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1.xml"/>
</Relationships>
</file>

<file path=ppt/slideLayouts/_rels/slideLayout3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2.xml"/>
</Relationships>
</file>

<file path=ppt/slideLayouts/_rels/slideLayout3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3.xml"/>
</Relationships>
</file>

<file path=ppt/slideLayouts/_rels/slideLayout4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_rels/slideLayout4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5.xml"/>
</Relationships>
</file>

<file path=ppt/slideLayouts/_rels/slideLayout4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6.xml"/>
</Relationships>
</file>

<file path=ppt/slideLayouts/_rels/slideLayout4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7.xml"/>
</Relationships>
</file>

<file path=ppt/slideLayouts/_rels/slideLayout4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8.xml"/>
</Relationships>
</file>

<file path=ppt/slideLayouts/_rels/slideLayout4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9.xml"/>
</Relationships>
</file>

<file path=ppt/slideLayouts/_rels/slideLayout4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40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5A03954C-6CC7-4517-90ED-92B969CC2FA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974963F3-DD0F-405A-9195-FE9241642EB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"/>
          </p:nvPr>
        </p:nvSpPr>
        <p:spPr/>
        <p:txBody>
          <a:bodyPr/>
          <a:p>
            <a:fld id="{B0BEA4AD-FA21-4FAB-BDB5-921D921A153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"/>
          </p:nvPr>
        </p:nvSpPr>
        <p:spPr/>
        <p:txBody>
          <a:bodyPr/>
          <a:p>
            <a:fld id="{2FA5017F-806D-43C4-A1F8-1BFA2F591FB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4"/>
          </p:nvPr>
        </p:nvSpPr>
        <p:spPr/>
        <p:txBody>
          <a:bodyPr/>
          <a:p>
            <a:fld id="{7A693451-027E-4C2E-BA13-FAF16DCB101A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17"/>
          </p:nvPr>
        </p:nvSpPr>
        <p:spPr/>
        <p:txBody>
          <a:bodyPr/>
          <a:p>
            <a:fld id="{FD319128-D258-4C2D-89FA-654DA0195188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1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0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90F94392-B0B5-4A00-995E-184C0D1462F4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3ACDBFC3-7BD8-411F-B445-8F18C6BBB72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B66D57E2-C468-4D5D-8D23-3A39C26F2B56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8AF034DB-DEE2-4767-8D35-A7C0E470B0B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F06BCA8F-40CA-4A77-9905-7004EBB37B87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4B86F0CA-16C9-43DF-AD7B-CF4E7ECB4C3B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5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6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1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20"/>
          </p:nvPr>
        </p:nvSpPr>
        <p:spPr/>
        <p:txBody>
          <a:bodyPr/>
          <a:p>
            <a:fld id="{7B7ED176-E9DB-4BA7-B97B-B86A30F11392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2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3"/>
          </p:nvPr>
        </p:nvSpPr>
        <p:spPr/>
        <p:txBody>
          <a:bodyPr/>
          <a:p>
            <a:fld id="{5CD749BC-039E-4ED3-BB93-BF0B91D3FF4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6"/>
          </p:nvPr>
        </p:nvSpPr>
        <p:spPr/>
        <p:txBody>
          <a:bodyPr/>
          <a:p>
            <a:fld id="{D82E1443-FA45-4BA4-A777-DDD19CE0C67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2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2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29"/>
          </p:nvPr>
        </p:nvSpPr>
        <p:spPr/>
        <p:txBody>
          <a:bodyPr/>
          <a:p>
            <a:fld id="{4CAF0261-0797-4002-A9E3-F692ACEC19D8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3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4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3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32"/>
          </p:nvPr>
        </p:nvSpPr>
        <p:spPr/>
        <p:txBody>
          <a:bodyPr/>
          <a:p>
            <a:fld id="{191CA0B4-7E9A-4291-89B6-1EE81702B85C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3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5"/>
          </p:nvPr>
        </p:nvSpPr>
        <p:spPr/>
        <p:txBody>
          <a:bodyPr/>
          <a:p>
            <a:fld id="{310FC121-60EA-4949-B937-9F3769719174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3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38"/>
          </p:nvPr>
        </p:nvSpPr>
        <p:spPr/>
        <p:txBody>
          <a:bodyPr/>
          <a:p>
            <a:fld id="{3BA0578A-E96D-4CC6-9C9C-A3D08C720BE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3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4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41"/>
          </p:nvPr>
        </p:nvSpPr>
        <p:spPr/>
        <p:txBody>
          <a:bodyPr/>
          <a:p>
            <a:fld id="{62C32A3F-CDE6-4B46-8EDE-2676E4BD08EB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4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4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44"/>
          </p:nvPr>
        </p:nvSpPr>
        <p:spPr/>
        <p:txBody>
          <a:bodyPr/>
          <a:p>
            <a:fld id="{432AAC01-8841-480E-9706-A4301C0032AC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4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4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47"/>
          </p:nvPr>
        </p:nvSpPr>
        <p:spPr/>
        <p:txBody>
          <a:bodyPr/>
          <a:p>
            <a:fld id="{06654FE9-4321-4DE0-A529-8BD598D80DD9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4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Обычный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0"/>
          </p:nvPr>
        </p:nvSpPr>
        <p:spPr/>
        <p:txBody>
          <a:bodyPr/>
          <a:p>
            <a:fld id="{3D66A540-DAB0-4AD0-9D73-4F279C791B2E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5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3"/>
          </p:nvPr>
        </p:nvSpPr>
        <p:spPr/>
        <p:txBody>
          <a:bodyPr/>
          <a:p>
            <a:fld id="{C149DBBC-2B78-446C-9DAC-2CBFB25E322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5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56"/>
          </p:nvPr>
        </p:nvSpPr>
        <p:spPr/>
        <p:txBody>
          <a:bodyPr/>
          <a:p>
            <a:fld id="{60D1684E-8805-466C-9AF1-2487816B92E4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5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2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3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5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59"/>
          </p:nvPr>
        </p:nvSpPr>
        <p:spPr/>
        <p:txBody>
          <a:bodyPr/>
          <a:p>
            <a:fld id="{5F01C367-9E45-4212-97E4-C503F718C60E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2"/>
          </p:nvPr>
        </p:nvSpPr>
        <p:spPr/>
        <p:txBody>
          <a:bodyPr/>
          <a:p>
            <a:fld id="{8B8E0C58-55CF-4212-9D74-92F0A5D3E6C0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7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6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65"/>
          </p:nvPr>
        </p:nvSpPr>
        <p:spPr/>
        <p:txBody>
          <a:bodyPr/>
          <a:p>
            <a:fld id="{9C6016BD-F00D-4285-A409-EFA42D62FB00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6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Обычный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ftr" idx="6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4" name="PlaceHolder 3"/>
          <p:cNvSpPr>
            <a:spLocks noGrp="1"/>
          </p:cNvSpPr>
          <p:nvPr>
            <p:ph type="sldNum" idx="68"/>
          </p:nvPr>
        </p:nvSpPr>
        <p:spPr/>
        <p:txBody>
          <a:bodyPr/>
          <a:p>
            <a:fld id="{556FE6D3-24A7-44C7-BC4D-D9B1AE1552C2}" type="slidenum">
              <a:t>&lt;#&gt;</a:t>
            </a:fld>
          </a:p>
        </p:txBody>
      </p:sp>
      <p:sp>
        <p:nvSpPr>
          <p:cNvPr id="5" name="PlaceHolder 4"/>
          <p:cNvSpPr>
            <a:spLocks noGrp="1"/>
          </p:cNvSpPr>
          <p:nvPr>
            <p:ph type="dt" idx="6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Обычный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0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/>
          </p:nvPr>
        </p:nvSpPr>
        <p:spPr>
          <a:xfrm>
            <a:off x="6231960" y="1604520"/>
            <a:ext cx="535428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5" name="PlaceHolder 4"/>
          <p:cNvSpPr>
            <a:spLocks noGrp="1"/>
          </p:cNvSpPr>
          <p:nvPr>
            <p:ph type="ftr" idx="7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6" name="PlaceHolder 5"/>
          <p:cNvSpPr>
            <a:spLocks noGrp="1"/>
          </p:cNvSpPr>
          <p:nvPr>
            <p:ph type="sldNum" idx="71"/>
          </p:nvPr>
        </p:nvSpPr>
        <p:spPr/>
        <p:txBody>
          <a:bodyPr/>
          <a:p>
            <a:fld id="{447E629B-F19A-4D91-A801-9CFB9FBDC05D}" type="slidenum">
              <a:t>&lt;#&gt;</a:t>
            </a:fld>
          </a:p>
        </p:txBody>
      </p:sp>
      <p:sp>
        <p:nvSpPr>
          <p:cNvPr id="7" name="PlaceHolder 6"/>
          <p:cNvSpPr>
            <a:spLocks noGrp="1"/>
          </p:cNvSpPr>
          <p:nvPr>
            <p:ph type="dt" idx="7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7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74"/>
          </p:nvPr>
        </p:nvSpPr>
        <p:spPr/>
        <p:txBody>
          <a:bodyPr/>
          <a:p>
            <a:fld id="{01233191-5F39-4A36-B4D4-3E55E6D81FB9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7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77"/>
          </p:nvPr>
        </p:nvSpPr>
        <p:spPr/>
        <p:txBody>
          <a:bodyPr/>
          <a:p>
            <a:fld id="{45ABC997-E20D-4D74-BCD5-94A14EED6E2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7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7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0"/>
          </p:nvPr>
        </p:nvSpPr>
        <p:spPr/>
        <p:txBody>
          <a:bodyPr/>
          <a:p>
            <a:fld id="{2CE2F834-5470-4B27-9F13-2E3555F9030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3"/>
          </p:nvPr>
        </p:nvSpPr>
        <p:spPr/>
        <p:txBody>
          <a:bodyPr/>
          <a:p>
            <a:fld id="{29E4A344-F2C1-4794-BFB3-13985635C1B1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8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5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8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86"/>
          </p:nvPr>
        </p:nvSpPr>
        <p:spPr/>
        <p:txBody>
          <a:bodyPr/>
          <a:p>
            <a:fld id="{A9BFACC3-4508-4F55-9B1A-5C3060487BFF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8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8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89"/>
          </p:nvPr>
        </p:nvSpPr>
        <p:spPr/>
        <p:txBody>
          <a:bodyPr/>
          <a:p>
            <a:fld id="{EE6EB8F9-C29B-40A3-ADA0-19277471D9C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2"/>
          </p:nvPr>
        </p:nvSpPr>
        <p:spPr/>
        <p:txBody>
          <a:bodyPr/>
          <a:p>
            <a:fld id="{3AEED576-2185-472C-ACB6-6CADA054A860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3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9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95"/>
          </p:nvPr>
        </p:nvSpPr>
        <p:spPr/>
        <p:txBody>
          <a:bodyPr/>
          <a:p>
            <a:fld id="{E9609EC1-94A6-4960-8EF3-A811A6DCAEB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96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3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8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97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98"/>
          </p:nvPr>
        </p:nvSpPr>
        <p:spPr/>
        <p:txBody>
          <a:bodyPr/>
          <a:p>
            <a:fld id="{D3DC1E81-06B7-453C-934C-D1D0DFFDAA4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99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Обычный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0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1"/>
          </p:nvPr>
        </p:nvSpPr>
        <p:spPr/>
        <p:txBody>
          <a:bodyPr/>
          <a:p>
            <a:fld id="{2753103E-BDA9-4392-A666-E96CD110FCA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2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Обычный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3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4"/>
          </p:nvPr>
        </p:nvSpPr>
        <p:spPr/>
        <p:txBody>
          <a:bodyPr/>
          <a:p>
            <a:fld id="{C2044347-195E-4E13-A338-91BE1700464D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5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Обычный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06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07"/>
          </p:nvPr>
        </p:nvSpPr>
        <p:spPr/>
        <p:txBody>
          <a:bodyPr/>
          <a:p>
            <a:fld id="{8F7BC16C-5A6A-4A86-A705-E3E3F6DC15C2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08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Обычный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3" name="PlaceHolder 2"/>
          <p:cNvSpPr>
            <a:spLocks noGrp="1"/>
          </p:cNvSpPr>
          <p:nvPr>
            <p:ph type="subTitle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9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0"/>
          </p:nvPr>
        </p:nvSpPr>
        <p:spPr/>
        <p:txBody>
          <a:bodyPr/>
          <a:p>
            <a:fld id="{3F4846AD-AE6F-403B-AF59-42A4E0FC7276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11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2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3"/>
          </p:nvPr>
        </p:nvSpPr>
        <p:spPr/>
        <p:txBody>
          <a:bodyPr/>
          <a:p>
            <a:fld id="{32E847D1-0138-4786-BC4A-A8385CDA5B6E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4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ftr" idx="115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sldNum" idx="116"/>
          </p:nvPr>
        </p:nvSpPr>
        <p:spPr/>
        <p:txBody>
          <a:bodyPr/>
          <a:p>
            <a:fld id="{05BCA204-78E2-4499-9BF1-057FE110FA97}" type="slidenum">
              <a:t>&lt;#&gt;</a:t>
            </a:fld>
          </a:p>
        </p:txBody>
      </p:sp>
      <p:sp>
        <p:nvSpPr>
          <p:cNvPr id="4" name="PlaceHolder 3"/>
          <p:cNvSpPr>
            <a:spLocks noGrp="1"/>
          </p:cNvSpPr>
          <p:nvPr>
            <p:ph type="dt" idx="117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Layouts/slideLayout4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Обычный 11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ru-RU" sz="4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18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19"/>
          </p:nvPr>
        </p:nvSpPr>
        <p:spPr/>
        <p:txBody>
          <a:bodyPr/>
          <a:p>
            <a:fld id="{84A44BA6-EF13-4A0A-ABD5-050FC2BD87A1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20"/>
          </p:nvPr>
        </p:nvSpPr>
        <p:spPr/>
        <p:txBody>
          <a:bodyPr/>
          <a:p>
            <a:r>
              <a:rPr lang="ru-RU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_rels/slideMaster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3.xml"/>
</Relationships>
</file>

<file path=ppt/slideMasters/_rels/slideMaster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slideLayout" Target="../slideLayouts/slideLayout4.xml"/>
</Relationships>
</file>

<file path=ppt/slideMasters/_rels/slideMaster5.xml.rels><?xml version="1.0" encoding="UTF-8"?>
<Relationships xmlns="http://schemas.openxmlformats.org/package/2006/relationships"><Relationship Id="rId1" Type="http://schemas.openxmlformats.org/officeDocument/2006/relationships/theme" Target="../theme/theme5.xml"/><Relationship Id="rId2" Type="http://schemas.openxmlformats.org/officeDocument/2006/relationships/slideLayout" Target="../slideLayouts/slideLayout5.xml"/>
</Relationships>
</file>

<file path=ppt/slideMasters/_rels/slideMaster6.xml.rels><?xml version="1.0" encoding="UTF-8"?>
<Relationships xmlns="http://schemas.openxmlformats.org/package/2006/relationships"><Relationship Id="rId1" Type="http://schemas.openxmlformats.org/officeDocument/2006/relationships/theme" Target="../theme/theme6.xml"/><Relationship Id="rId2" Type="http://schemas.openxmlformats.org/officeDocument/2006/relationships/slideLayout" Target="../slideLayouts/slideLayout6.xml"/>
</Relationships>
</file>

<file path=ppt/slideMasters/_rels/slideMaster7.xml.rels><?xml version="1.0" encoding="UTF-8"?>
<Relationships xmlns="http://schemas.openxmlformats.org/package/2006/relationships"><Relationship Id="rId1" Type="http://schemas.openxmlformats.org/officeDocument/2006/relationships/theme" Target="../theme/theme7.xml"/><Relationship Id="rId2" Type="http://schemas.openxmlformats.org/officeDocument/2006/relationships/slideLayout" Target="../slideLayouts/slideLayout7.xml"/><Relationship Id="rId3" Type="http://schemas.openxmlformats.org/officeDocument/2006/relationships/slideLayout" Target="../slideLayouts/slideLayout8.xml"/><Relationship Id="rId4" Type="http://schemas.openxmlformats.org/officeDocument/2006/relationships/slideLayout" Target="../slideLayouts/slideLayout9.xml"/><Relationship Id="rId5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1.xml"/><Relationship Id="rId7" Type="http://schemas.openxmlformats.org/officeDocument/2006/relationships/slideLayout" Target="../slideLayouts/slideLayout12.xml"/><Relationship Id="rId8" Type="http://schemas.openxmlformats.org/officeDocument/2006/relationships/slideLayout" Target="../slideLayouts/slideLayout13.xml"/>
</Relationships>
</file>

<file path=ppt/slideMasters/_rels/slideMaster8.xml.rels><?xml version="1.0" encoding="UTF-8"?>
<Relationships xmlns="http://schemas.openxmlformats.org/package/2006/relationships"><Relationship Id="rId1" Type="http://schemas.openxmlformats.org/officeDocument/2006/relationships/theme" Target="../theme/theme8.xml"/><Relationship Id="rId2" Type="http://schemas.openxmlformats.org/officeDocument/2006/relationships/slideLayout" Target="../slideLayouts/slideLayout14.xml"/>
</Relationships>
</file>

<file path=ppt/slideMasters/_rels/slideMaster9.xml.rels><?xml version="1.0" encoding="UTF-8"?>
<Relationships xmlns="http://schemas.openxmlformats.org/package/2006/relationships"><Relationship Id="rId1" Type="http://schemas.openxmlformats.org/officeDocument/2006/relationships/theme" Target="../theme/theme9.xml"/><Relationship Id="rId2" Type="http://schemas.openxmlformats.org/officeDocument/2006/relationships/slideLayout" Target="../slideLayouts/slideLayout15.xml"/>
</Relationships>
</file>

<file path=ppt/slideMasters/_rels/slideMaster10.xml.rels><?xml version="1.0" encoding="UTF-8"?>
<Relationships xmlns="http://schemas.openxmlformats.org/package/2006/relationships"><Relationship Id="rId1" Type="http://schemas.openxmlformats.org/officeDocument/2006/relationships/theme" Target="../theme/theme10.xml"/><Relationship Id="rId2" Type="http://schemas.openxmlformats.org/officeDocument/2006/relationships/slideLayout" Target="../slideLayouts/slideLayout16.xml"/>
</Relationships>
</file>

<file path=ppt/slideMasters/_rels/slideMaster11.xml.rels><?xml version="1.0" encoding="UTF-8"?>
<Relationships xmlns="http://schemas.openxmlformats.org/package/2006/relationships"><Relationship Id="rId1" Type="http://schemas.openxmlformats.org/officeDocument/2006/relationships/theme" Target="../theme/theme11.xml"/><Relationship Id="rId2" Type="http://schemas.openxmlformats.org/officeDocument/2006/relationships/slideLayout" Target="../slideLayouts/slideLayout17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12.xml"/><Relationship Id="rId2" Type="http://schemas.openxmlformats.org/officeDocument/2006/relationships/slideLayout" Target="../slideLayouts/slideLayout18.xml"/>
</Relationships>
</file>

<file path=ppt/slideMasters/_rels/slideMaster13.xml.rels><?xml version="1.0" encoding="UTF-8"?>
<Relationships xmlns="http://schemas.openxmlformats.org/package/2006/relationships"><Relationship Id="rId1" Type="http://schemas.openxmlformats.org/officeDocument/2006/relationships/theme" Target="../theme/theme13.xml"/><Relationship Id="rId2" Type="http://schemas.openxmlformats.org/officeDocument/2006/relationships/slideLayout" Target="../slideLayouts/slideLayout19.xml"/>
</Relationships>
</file>

<file path=ppt/slideMasters/_rels/slideMaster14.xml.rels><?xml version="1.0" encoding="UTF-8"?>
<Relationships xmlns="http://schemas.openxmlformats.org/package/2006/relationships"><Relationship Id="rId1" Type="http://schemas.openxmlformats.org/officeDocument/2006/relationships/theme" Target="../theme/theme14.xml"/><Relationship Id="rId2" Type="http://schemas.openxmlformats.org/officeDocument/2006/relationships/slideLayout" Target="../slideLayouts/slideLayout20.xml"/>
</Relationships>
</file>

<file path=ppt/slideMasters/_rels/slideMaster15.xml.rels><?xml version="1.0" encoding="UTF-8"?>
<Relationships xmlns="http://schemas.openxmlformats.org/package/2006/relationships"><Relationship Id="rId1" Type="http://schemas.openxmlformats.org/officeDocument/2006/relationships/theme" Target="../theme/theme15.xml"/><Relationship Id="rId2" Type="http://schemas.openxmlformats.org/officeDocument/2006/relationships/slideLayout" Target="../slideLayouts/slideLayout21.xml"/>
</Relationships>
</file>

<file path=ppt/slideMasters/_rels/slideMaster16.xml.rels><?xml version="1.0" encoding="UTF-8"?>
<Relationships xmlns="http://schemas.openxmlformats.org/package/2006/relationships"><Relationship Id="rId1" Type="http://schemas.openxmlformats.org/officeDocument/2006/relationships/theme" Target="../theme/theme16.xml"/><Relationship Id="rId2" Type="http://schemas.openxmlformats.org/officeDocument/2006/relationships/slideLayout" Target="../slideLayouts/slideLayout22.xml"/>
</Relationships>
</file>

<file path=ppt/slideMasters/_rels/slideMaster17.xml.rels><?xml version="1.0" encoding="UTF-8"?>
<Relationships xmlns="http://schemas.openxmlformats.org/package/2006/relationships"><Relationship Id="rId1" Type="http://schemas.openxmlformats.org/officeDocument/2006/relationships/theme" Target="../theme/theme17.xml"/><Relationship Id="rId2" Type="http://schemas.openxmlformats.org/officeDocument/2006/relationships/slideLayout" Target="../slideLayouts/slideLayout23.xml"/>
</Relationships>
</file>

<file path=ppt/slideMasters/_rels/slideMaster18.xml.rels><?xml version="1.0" encoding="UTF-8"?>
<Relationships xmlns="http://schemas.openxmlformats.org/package/2006/relationships"><Relationship Id="rId1" Type="http://schemas.openxmlformats.org/officeDocument/2006/relationships/theme" Target="../theme/theme18.xml"/><Relationship Id="rId2" Type="http://schemas.openxmlformats.org/officeDocument/2006/relationships/slideLayout" Target="../slideLayouts/slideLayout24.xml"/>
</Relationships>
</file>

<file path=ppt/slideMasters/_rels/slideMaster19.xml.rels><?xml version="1.0" encoding="UTF-8"?>
<Relationships xmlns="http://schemas.openxmlformats.org/package/2006/relationships"><Relationship Id="rId1" Type="http://schemas.openxmlformats.org/officeDocument/2006/relationships/theme" Target="../theme/theme19.xml"/><Relationship Id="rId2" Type="http://schemas.openxmlformats.org/officeDocument/2006/relationships/slideLayout" Target="../slideLayouts/slideLayout25.xml"/>
</Relationships>
</file>

<file path=ppt/slideMasters/_rels/slideMaster20.xml.rels><?xml version="1.0" encoding="UTF-8"?>
<Relationships xmlns="http://schemas.openxmlformats.org/package/2006/relationships"><Relationship Id="rId1" Type="http://schemas.openxmlformats.org/officeDocument/2006/relationships/theme" Target="../theme/theme20.xml"/><Relationship Id="rId2" Type="http://schemas.openxmlformats.org/officeDocument/2006/relationships/slideLayout" Target="../slideLayouts/slideLayout26.xml"/>
</Relationships>
</file>

<file path=ppt/slideMasters/_rels/slideMaster21.xml.rels><?xml version="1.0" encoding="UTF-8"?>
<Relationships xmlns="http://schemas.openxmlformats.org/package/2006/relationships"><Relationship Id="rId1" Type="http://schemas.openxmlformats.org/officeDocument/2006/relationships/theme" Target="../theme/theme21.xml"/><Relationship Id="rId2" Type="http://schemas.openxmlformats.org/officeDocument/2006/relationships/slideLayout" Target="../slideLayouts/slideLayout27.xml"/>
</Relationships>
</file>

<file path=ppt/slideMasters/_rels/slideMaster22.xml.rels><?xml version="1.0" encoding="UTF-8"?>
<Relationships xmlns="http://schemas.openxmlformats.org/package/2006/relationships"><Relationship Id="rId1" Type="http://schemas.openxmlformats.org/officeDocument/2006/relationships/theme" Target="../theme/theme22.xml"/><Relationship Id="rId2" Type="http://schemas.openxmlformats.org/officeDocument/2006/relationships/slideLayout" Target="../slideLayouts/slideLayout28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23.xml"/><Relationship Id="rId2" Type="http://schemas.openxmlformats.org/officeDocument/2006/relationships/slideLayout" Target="../slideLayouts/slideLayout29.xml"/>
</Relationships>
</file>

<file path=ppt/slideMasters/_rels/slideMaster24.xml.rels><?xml version="1.0" encoding="UTF-8"?>
<Relationships xmlns="http://schemas.openxmlformats.org/package/2006/relationships"><Relationship Id="rId1" Type="http://schemas.openxmlformats.org/officeDocument/2006/relationships/theme" Target="../theme/theme24.xml"/><Relationship Id="rId2" Type="http://schemas.openxmlformats.org/officeDocument/2006/relationships/slideLayout" Target="../slideLayouts/slideLayout30.xml"/>
</Relationships>
</file>

<file path=ppt/slideMasters/_rels/slideMaster25.xml.rels><?xml version="1.0" encoding="UTF-8"?>
<Relationships xmlns="http://schemas.openxmlformats.org/package/2006/relationships"><Relationship Id="rId1" Type="http://schemas.openxmlformats.org/officeDocument/2006/relationships/theme" Target="../theme/theme25.xml"/><Relationship Id="rId2" Type="http://schemas.openxmlformats.org/officeDocument/2006/relationships/slideLayout" Target="../slideLayouts/slideLayout31.xml"/>
</Relationships>
</file>

<file path=ppt/slideMasters/_rels/slideMaster26.xml.rels><?xml version="1.0" encoding="UTF-8"?>
<Relationships xmlns="http://schemas.openxmlformats.org/package/2006/relationships"><Relationship Id="rId1" Type="http://schemas.openxmlformats.org/officeDocument/2006/relationships/theme" Target="../theme/theme26.xml"/><Relationship Id="rId2" Type="http://schemas.openxmlformats.org/officeDocument/2006/relationships/slideLayout" Target="../slideLayouts/slideLayout32.xml"/>
</Relationships>
</file>

<file path=ppt/slideMasters/_rels/slideMaster27.xml.rels><?xml version="1.0" encoding="UTF-8"?>
<Relationships xmlns="http://schemas.openxmlformats.org/package/2006/relationships"><Relationship Id="rId1" Type="http://schemas.openxmlformats.org/officeDocument/2006/relationships/theme" Target="../theme/theme27.xml"/><Relationship Id="rId2" Type="http://schemas.openxmlformats.org/officeDocument/2006/relationships/slideLayout" Target="../slideLayouts/slideLayout33.xml"/>
</Relationships>
</file>

<file path=ppt/slideMasters/_rels/slideMaster28.xml.rels><?xml version="1.0" encoding="UTF-8"?>
<Relationships xmlns="http://schemas.openxmlformats.org/package/2006/relationships"><Relationship Id="rId1" Type="http://schemas.openxmlformats.org/officeDocument/2006/relationships/theme" Target="../theme/theme28.xml"/><Relationship Id="rId2" Type="http://schemas.openxmlformats.org/officeDocument/2006/relationships/slideLayout" Target="../slideLayouts/slideLayout34.xml"/>
</Relationships>
</file>

<file path=ppt/slideMasters/_rels/slideMaster29.xml.rels><?xml version="1.0" encoding="UTF-8"?>
<Relationships xmlns="http://schemas.openxmlformats.org/package/2006/relationships"><Relationship Id="rId1" Type="http://schemas.openxmlformats.org/officeDocument/2006/relationships/theme" Target="../theme/theme29.xml"/><Relationship Id="rId2" Type="http://schemas.openxmlformats.org/officeDocument/2006/relationships/slideLayout" Target="../slideLayouts/slideLayout35.xml"/>
</Relationships>
</file>

<file path=ppt/slideMasters/_rels/slideMaster30.xml.rels><?xml version="1.0" encoding="UTF-8"?>
<Relationships xmlns="http://schemas.openxmlformats.org/package/2006/relationships"><Relationship Id="rId1" Type="http://schemas.openxmlformats.org/officeDocument/2006/relationships/theme" Target="../theme/theme30.xml"/><Relationship Id="rId2" Type="http://schemas.openxmlformats.org/officeDocument/2006/relationships/slideLayout" Target="../slideLayouts/slideLayout36.xml"/>
</Relationships>
</file>

<file path=ppt/slideMasters/_rels/slideMaster31.xml.rels><?xml version="1.0" encoding="UTF-8"?>
<Relationships xmlns="http://schemas.openxmlformats.org/package/2006/relationships"><Relationship Id="rId1" Type="http://schemas.openxmlformats.org/officeDocument/2006/relationships/theme" Target="../theme/theme31.xml"/><Relationship Id="rId2" Type="http://schemas.openxmlformats.org/officeDocument/2006/relationships/slideLayout" Target="../slideLayouts/slideLayout37.xml"/>
</Relationships>
</file>

<file path=ppt/slideMasters/_rels/slideMaster32.xml.rels><?xml version="1.0" encoding="UTF-8"?>
<Relationships xmlns="http://schemas.openxmlformats.org/package/2006/relationships"><Relationship Id="rId1" Type="http://schemas.openxmlformats.org/officeDocument/2006/relationships/theme" Target="../theme/theme32.xml"/><Relationship Id="rId2" Type="http://schemas.openxmlformats.org/officeDocument/2006/relationships/slideLayout" Target="../slideLayouts/slideLayout38.xml"/>
</Relationships>
</file>

<file path=ppt/slideMasters/_rels/slideMaster33.xml.rels><?xml version="1.0" encoding="UTF-8"?>
<Relationships xmlns="http://schemas.openxmlformats.org/package/2006/relationships"><Relationship Id="rId1" Type="http://schemas.openxmlformats.org/officeDocument/2006/relationships/theme" Target="../theme/theme33.xml"/><Relationship Id="rId2" Type="http://schemas.openxmlformats.org/officeDocument/2006/relationships/slideLayout" Target="../slideLayouts/slideLayout39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34.xml"/><Relationship Id="rId2" Type="http://schemas.openxmlformats.org/officeDocument/2006/relationships/slideLayout" Target="../slideLayouts/slideLayout40.xml"/>
</Relationships>
</file>

<file path=ppt/slideMasters/_rels/slideMaster35.xml.rels><?xml version="1.0" encoding="UTF-8"?>
<Relationships xmlns="http://schemas.openxmlformats.org/package/2006/relationships"><Relationship Id="rId1" Type="http://schemas.openxmlformats.org/officeDocument/2006/relationships/theme" Target="../theme/theme35.xml"/><Relationship Id="rId2" Type="http://schemas.openxmlformats.org/officeDocument/2006/relationships/slideLayout" Target="../slideLayouts/slideLayout41.xml"/>
</Relationships>
</file>

<file path=ppt/slideMasters/_rels/slideMaster36.xml.rels><?xml version="1.0" encoding="UTF-8"?>
<Relationships xmlns="http://schemas.openxmlformats.org/package/2006/relationships"><Relationship Id="rId1" Type="http://schemas.openxmlformats.org/officeDocument/2006/relationships/theme" Target="../theme/theme36.xml"/><Relationship Id="rId2" Type="http://schemas.openxmlformats.org/officeDocument/2006/relationships/slideLayout" Target="../slideLayouts/slideLayout42.xml"/>
</Relationships>
</file>

<file path=ppt/slideMasters/_rels/slideMaster37.xml.rels><?xml version="1.0" encoding="UTF-8"?>
<Relationships xmlns="http://schemas.openxmlformats.org/package/2006/relationships"><Relationship Id="rId1" Type="http://schemas.openxmlformats.org/officeDocument/2006/relationships/theme" Target="../theme/theme37.xml"/><Relationship Id="rId2" Type="http://schemas.openxmlformats.org/officeDocument/2006/relationships/slideLayout" Target="../slideLayouts/slideLayout43.xml"/>
</Relationships>
</file>

<file path=ppt/slideMasters/_rels/slideMaster38.xml.rels><?xml version="1.0" encoding="UTF-8"?>
<Relationships xmlns="http://schemas.openxmlformats.org/package/2006/relationships"><Relationship Id="rId1" Type="http://schemas.openxmlformats.org/officeDocument/2006/relationships/theme" Target="../theme/theme38.xml"/><Relationship Id="rId2" Type="http://schemas.openxmlformats.org/officeDocument/2006/relationships/slideLayout" Target="../slideLayouts/slideLayout44.xml"/>
</Relationships>
</file>

<file path=ppt/slideMasters/_rels/slideMaster39.xml.rels><?xml version="1.0" encoding="UTF-8"?>
<Relationships xmlns="http://schemas.openxmlformats.org/package/2006/relationships"><Relationship Id="rId1" Type="http://schemas.openxmlformats.org/officeDocument/2006/relationships/theme" Target="../theme/theme39.xml"/><Relationship Id="rId2" Type="http://schemas.openxmlformats.org/officeDocument/2006/relationships/slideLayout" Target="../slideLayouts/slideLayout45.xml"/>
</Relationships>
</file>

<file path=ppt/slideMasters/_rels/slideMaster40.xml.rels><?xml version="1.0" encoding="UTF-8"?>
<Relationships xmlns="http://schemas.openxmlformats.org/package/2006/relationships"><Relationship Id="rId1" Type="http://schemas.openxmlformats.org/officeDocument/2006/relationships/theme" Target="../theme/theme40.xml"/><Relationship Id="rId2" Type="http://schemas.openxmlformats.org/officeDocument/2006/relationships/slideLayout" Target="../slideLayouts/slideLayout46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ftr" idx="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sldNum" idx="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F64719-D644-4BBB-88CD-F0D43D00FBA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dt" idx="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laceHolder 1"/>
          <p:cNvSpPr>
            <a:spLocks noGrp="1"/>
          </p:cNvSpPr>
          <p:nvPr>
            <p:ph type="ftr" idx="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sldNum" idx="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8380E9-8B07-4174-9D49-C58C04603FE4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dt" idx="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Masters/slideMaster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ftr" idx="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ldNum" idx="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0ACE65D-C5C6-47FD-A666-17A5E57E234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2"/>
  </p:sldLayoutIdLst>
</p:sldMaster>
</file>

<file path=ppt/slideMasters/slideMaster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ftr" idx="1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" name="PlaceHolder 2"/>
          <p:cNvSpPr>
            <a:spLocks noGrp="1"/>
          </p:cNvSpPr>
          <p:nvPr>
            <p:ph type="sldNum" idx="1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5CD8727-3144-4412-A186-6B228DE383EB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" name="PlaceHolder 3"/>
          <p:cNvSpPr>
            <a:spLocks noGrp="1"/>
          </p:cNvSpPr>
          <p:nvPr>
            <p:ph type="dt" idx="1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2"/>
  </p:sldLayoutIdLst>
</p:sldMaster>
</file>

<file path=ppt/slideMasters/slideMaster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ftr" idx="1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1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576ABBE-9FDC-4501-B818-4169933049D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1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7" r:id="rId2"/>
  </p:sldLayoutIdLst>
</p:sldMaster>
</file>

<file path=ppt/slideMasters/slideMaster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 type="ftr" idx="1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" name="PlaceHolder 5"/>
          <p:cNvSpPr>
            <a:spLocks noGrp="1"/>
          </p:cNvSpPr>
          <p:nvPr>
            <p:ph type="sldNum" idx="1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CFA93F-14E1-45E1-A23A-3BA9E891E51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0" name="PlaceHolder 6"/>
          <p:cNvSpPr>
            <a:spLocks noGrp="1"/>
          </p:cNvSpPr>
          <p:nvPr>
            <p:ph type="dt" idx="1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9" r:id="rId2"/>
  </p:sldLayoutIdLst>
</p:sldMaster>
</file>

<file path=ppt/slideMasters/slideMaster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ftr" idx="1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sldNum" idx="2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A8BC69-12DA-4786-9D96-F03EC186135A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dt" idx="2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32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3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2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4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2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20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20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</p:sldLayoutIdLst>
</p:sldMaster>
</file>

<file path=ppt/slideMasters/slideMaster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PlaceHolder 1"/>
          <p:cNvSpPr>
            <a:spLocks noGrp="1"/>
          </p:cNvSpPr>
          <p:nvPr>
            <p:ph type="ftr" idx="2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sldNum" idx="2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4D52C09-A449-42DC-BB4D-4842707286B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dt" idx="2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9" r:id="rId2"/>
  </p:sldLayoutIdLst>
</p:sldMaster>
</file>

<file path=ppt/slideMasters/slideMaster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PlaceHolder 1"/>
          <p:cNvSpPr>
            <a:spLocks noGrp="1"/>
          </p:cNvSpPr>
          <p:nvPr>
            <p:ph type="ftr" idx="2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1" name="PlaceHolder 2"/>
          <p:cNvSpPr>
            <a:spLocks noGrp="1"/>
          </p:cNvSpPr>
          <p:nvPr>
            <p:ph type="sldNum" idx="2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9A37A9-6D25-4469-A29E-442630F7AF86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2" name="PlaceHolder 3"/>
          <p:cNvSpPr>
            <a:spLocks noGrp="1"/>
          </p:cNvSpPr>
          <p:nvPr>
            <p:ph type="dt" idx="2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2"/>
  </p:sldLayoutIdLst>
</p:sldMaster>
</file>

<file path=ppt/slideMasters/slideMaster1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PlaceHolder 1"/>
          <p:cNvSpPr>
            <a:spLocks noGrp="1"/>
          </p:cNvSpPr>
          <p:nvPr>
            <p:ph type="ftr" idx="2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4" name="PlaceHolder 2"/>
          <p:cNvSpPr>
            <a:spLocks noGrp="1"/>
          </p:cNvSpPr>
          <p:nvPr>
            <p:ph type="sldNum" idx="2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303936E-ADB7-4A26-85C0-BE1F6470AC3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45" name="PlaceHolder 3"/>
          <p:cNvSpPr>
            <a:spLocks noGrp="1"/>
          </p:cNvSpPr>
          <p:nvPr>
            <p:ph type="dt" idx="3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</p:sldLayoutIdLst>
</p:sldMaster>
</file>

<file path=ppt/slideMasters/slideMaster1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ftr" idx="3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0" name="PlaceHolder 5"/>
          <p:cNvSpPr>
            <a:spLocks noGrp="1"/>
          </p:cNvSpPr>
          <p:nvPr>
            <p:ph type="sldNum" idx="3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C5FFC4-DD7C-4364-B78E-4610EE93F2A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1" name="PlaceHolder 6"/>
          <p:cNvSpPr>
            <a:spLocks noGrp="1"/>
          </p:cNvSpPr>
          <p:nvPr>
            <p:ph type="dt" idx="3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5" r:id="rId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ftr" idx="3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sldNum" idx="3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319E862-33C1-4A96-8D0E-116FD64F507A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dt" idx="3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7" r:id="rId2"/>
  </p:sldLayoutIdLst>
</p:sldMaster>
</file>

<file path=ppt/slideMasters/slideMaster1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PlaceHolder 1"/>
          <p:cNvSpPr>
            <a:spLocks noGrp="1"/>
          </p:cNvSpPr>
          <p:nvPr>
            <p:ph type="ftr" idx="3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59" name="PlaceHolder 2"/>
          <p:cNvSpPr>
            <a:spLocks noGrp="1"/>
          </p:cNvSpPr>
          <p:nvPr>
            <p:ph type="sldNum" idx="3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C46BEA-A538-45F0-AF4E-74D4E66D66CA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0" name="PlaceHolder 3"/>
          <p:cNvSpPr>
            <a:spLocks noGrp="1"/>
          </p:cNvSpPr>
          <p:nvPr>
            <p:ph type="dt" idx="3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79" r:id="rId2"/>
  </p:sldLayoutIdLst>
</p:sldMaster>
</file>

<file path=ppt/slideMasters/slideMaster1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" name="PlaceHolder 1"/>
          <p:cNvSpPr>
            <a:spLocks noGrp="1"/>
          </p:cNvSpPr>
          <p:nvPr>
            <p:ph type="ftr" idx="4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2" name="PlaceHolder 2"/>
          <p:cNvSpPr>
            <a:spLocks noGrp="1"/>
          </p:cNvSpPr>
          <p:nvPr>
            <p:ph type="sldNum" idx="4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01F685A1-7B1D-4AC5-9AFF-49804E91980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3" name="PlaceHolder 3"/>
          <p:cNvSpPr>
            <a:spLocks noGrp="1"/>
          </p:cNvSpPr>
          <p:nvPr>
            <p:ph type="dt" idx="4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1" r:id="rId2"/>
  </p:sldLayoutIdLst>
</p:sldMaster>
</file>

<file path=ppt/slideMasters/slideMaster1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65" name="PlaceHolder 2"/>
          <p:cNvSpPr>
            <a:spLocks noGrp="1"/>
          </p:cNvSpPr>
          <p:nvPr>
            <p:ph type="ftr" idx="4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6" name="PlaceHolder 3"/>
          <p:cNvSpPr>
            <a:spLocks noGrp="1"/>
          </p:cNvSpPr>
          <p:nvPr>
            <p:ph type="sldNum" idx="4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74F2C8A-C477-4F13-BE84-2AE8AC93244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67" name="PlaceHolder 4"/>
          <p:cNvSpPr>
            <a:spLocks noGrp="1"/>
          </p:cNvSpPr>
          <p:nvPr>
            <p:ph type="dt" idx="4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3" r:id="rId2"/>
  </p:sldLayoutIdLst>
</p:sldMaster>
</file>

<file path=ppt/slideMasters/slideMaster1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2" name="PlaceHolder 4"/>
          <p:cNvSpPr>
            <a:spLocks noGrp="1"/>
          </p:cNvSpPr>
          <p:nvPr>
            <p:ph type="ftr" idx="4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3" name="PlaceHolder 5"/>
          <p:cNvSpPr>
            <a:spLocks noGrp="1"/>
          </p:cNvSpPr>
          <p:nvPr>
            <p:ph type="sldNum" idx="4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AF0922D-3645-4F80-8E72-4C929DD9DCD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74" name="PlaceHolder 6"/>
          <p:cNvSpPr>
            <a:spLocks noGrp="1"/>
          </p:cNvSpPr>
          <p:nvPr>
            <p:ph type="dt" idx="4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2"/>
  </p:sldLayoutIdLst>
</p:sldMaster>
</file>

<file path=ppt/slideMasters/slideMaster1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ftr" idx="4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sldNum" idx="5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33D9036-762B-493A-B04D-4CE6C8C8496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dt" idx="5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7" r:id="rId2"/>
  </p:sldLayoutIdLst>
</p:sldMaster>
</file>

<file path=ppt/slideMasters/slideMaster1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86" name="PlaceHolder 2"/>
          <p:cNvSpPr>
            <a:spLocks noGrp="1"/>
          </p:cNvSpPr>
          <p:nvPr>
            <p:ph type="ftr" idx="5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7" name="PlaceHolder 3"/>
          <p:cNvSpPr>
            <a:spLocks noGrp="1"/>
          </p:cNvSpPr>
          <p:nvPr>
            <p:ph type="sldNum" idx="5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1D5D980-692E-47FD-BC96-2FC9ABBDB0F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88" name="PlaceHolder 4"/>
          <p:cNvSpPr>
            <a:spLocks noGrp="1"/>
          </p:cNvSpPr>
          <p:nvPr>
            <p:ph type="dt" idx="5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9" r:id="rId2"/>
  </p:sldLayoutIdLst>
</p:sldMaster>
</file>

<file path=ppt/slideMasters/slideMaster1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1" name="PlaceHolder 2"/>
          <p:cNvSpPr>
            <a:spLocks noGrp="1"/>
          </p:cNvSpPr>
          <p:nvPr>
            <p:ph type="ftr" idx="5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2" name="PlaceHolder 3"/>
          <p:cNvSpPr>
            <a:spLocks noGrp="1"/>
          </p:cNvSpPr>
          <p:nvPr>
            <p:ph type="sldNum" idx="5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56624E-3F22-4B4A-88B3-7F5D97FD92A8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3" name="PlaceHolder 4"/>
          <p:cNvSpPr>
            <a:spLocks noGrp="1"/>
          </p:cNvSpPr>
          <p:nvPr>
            <p:ph type="dt" idx="5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1" r:id="rId2"/>
  </p:sldLayoutIdLst>
</p:sldMaster>
</file>

<file path=ppt/slideMasters/slideMaster2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6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7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98" name="PlaceHolder 4"/>
          <p:cNvSpPr>
            <a:spLocks noGrp="1"/>
          </p:cNvSpPr>
          <p:nvPr>
            <p:ph type="ftr" idx="5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99" name="PlaceHolder 5"/>
          <p:cNvSpPr>
            <a:spLocks noGrp="1"/>
          </p:cNvSpPr>
          <p:nvPr>
            <p:ph type="sldNum" idx="5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BB0E651-A7DB-46AE-AF6B-291DF30750CB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0" name="PlaceHolder 6"/>
          <p:cNvSpPr>
            <a:spLocks noGrp="1"/>
          </p:cNvSpPr>
          <p:nvPr>
            <p:ph type="dt" idx="6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3" r:id="rId2"/>
  </p:sldLayoutIdLst>
</p:sldMaster>
</file>

<file path=ppt/slideMasters/slideMaster2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 type="ftr" idx="6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6" name="PlaceHolder 3"/>
          <p:cNvSpPr>
            <a:spLocks noGrp="1"/>
          </p:cNvSpPr>
          <p:nvPr>
            <p:ph type="sldNum" idx="6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0000869-5943-46CA-BA00-F914613815FE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07" name="PlaceHolder 4"/>
          <p:cNvSpPr>
            <a:spLocks noGrp="1"/>
          </p:cNvSpPr>
          <p:nvPr>
            <p:ph type="dt" idx="6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5" r:id="rId2"/>
  </p:sldLayoutIdLst>
</p:sldMaster>
</file>

<file path=ppt/slideMasters/slideMaster2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0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1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2" name="PlaceHolder 4"/>
          <p:cNvSpPr>
            <a:spLocks noGrp="1"/>
          </p:cNvSpPr>
          <p:nvPr>
            <p:ph type="ftr" idx="6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3" name="PlaceHolder 5"/>
          <p:cNvSpPr>
            <a:spLocks noGrp="1"/>
          </p:cNvSpPr>
          <p:nvPr>
            <p:ph type="sldNum" idx="6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B2171F-BA74-473D-A310-95ADEA6AD457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14" name="PlaceHolder 6"/>
          <p:cNvSpPr>
            <a:spLocks noGrp="1"/>
          </p:cNvSpPr>
          <p:nvPr>
            <p:ph type="dt" idx="6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7" r:id="rId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19" name="PlaceHolder 2"/>
          <p:cNvSpPr>
            <a:spLocks noGrp="1"/>
          </p:cNvSpPr>
          <p:nvPr>
            <p:ph type="ftr" idx="6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6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AC8E726-8E56-4799-B938-B3CEBAED3E88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1" name="PlaceHolder 4"/>
          <p:cNvSpPr>
            <a:spLocks noGrp="1"/>
          </p:cNvSpPr>
          <p:nvPr>
            <p:ph type="dt" idx="6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99" r:id="rId2"/>
  </p:sldLayoutIdLst>
</p:sldMaster>
</file>

<file path=ppt/slideMasters/slideMaster2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body"/>
          </p:nvPr>
        </p:nvSpPr>
        <p:spPr>
          <a:xfrm>
            <a:off x="6231960" y="1604520"/>
            <a:ext cx="535392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26" name="PlaceHolder 4"/>
          <p:cNvSpPr>
            <a:spLocks noGrp="1"/>
          </p:cNvSpPr>
          <p:nvPr>
            <p:ph type="ftr" idx="7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7" name="PlaceHolder 5"/>
          <p:cNvSpPr>
            <a:spLocks noGrp="1"/>
          </p:cNvSpPr>
          <p:nvPr>
            <p:ph type="sldNum" idx="7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EA64151-8AA1-4EB6-881D-79C0D226D443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28" name="PlaceHolder 6"/>
          <p:cNvSpPr>
            <a:spLocks noGrp="1"/>
          </p:cNvSpPr>
          <p:nvPr>
            <p:ph type="dt" idx="7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1" r:id="rId2"/>
  </p:sldLayoutIdLst>
</p:sldMaster>
</file>

<file path=ppt/slideMasters/slideMaster2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структуры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Второй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Третий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Четвёртый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Пятый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Шестой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Седьмой уровень структуры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ftr" idx="7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&lt;нижний колонтитул&gt;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sldNum" idx="7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CE01620-588F-412D-96E3-63E11086875E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dt" idx="7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3" r:id="rId2"/>
  </p:sldLayoutIdLst>
</p:sldMaster>
</file>

<file path=ppt/slideMasters/slideMaster2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PlaceHolder 1"/>
          <p:cNvSpPr>
            <a:spLocks noGrp="1"/>
          </p:cNvSpPr>
          <p:nvPr>
            <p:ph type="ftr" idx="7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0" name="PlaceHolder 2"/>
          <p:cNvSpPr>
            <a:spLocks noGrp="1"/>
          </p:cNvSpPr>
          <p:nvPr>
            <p:ph type="sldNum" idx="7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8218013-B936-4734-9205-5B955DEDA05F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1" name="PlaceHolder 3"/>
          <p:cNvSpPr>
            <a:spLocks noGrp="1"/>
          </p:cNvSpPr>
          <p:nvPr>
            <p:ph type="dt" idx="7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5" r:id="rId2"/>
  </p:sldLayoutIdLst>
</p:sldMaster>
</file>

<file path=ppt/slideMasters/slideMaster2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PlaceHolder 1"/>
          <p:cNvSpPr>
            <a:spLocks noGrp="1"/>
          </p:cNvSpPr>
          <p:nvPr>
            <p:ph type="ftr" idx="7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 type="sldNum" idx="8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01E9B71-7439-41E5-8282-E78340FEE73E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4" name="PlaceHolder 3"/>
          <p:cNvSpPr>
            <a:spLocks noGrp="1"/>
          </p:cNvSpPr>
          <p:nvPr>
            <p:ph type="dt" idx="8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7" r:id="rId2"/>
  </p:sldLayoutIdLst>
</p:sldMaster>
</file>

<file path=ppt/slideMasters/slideMaster2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PlaceHolder 1"/>
          <p:cNvSpPr>
            <a:spLocks noGrp="1"/>
          </p:cNvSpPr>
          <p:nvPr>
            <p:ph type="ftr" idx="8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6" name="PlaceHolder 2"/>
          <p:cNvSpPr>
            <a:spLocks noGrp="1"/>
          </p:cNvSpPr>
          <p:nvPr>
            <p:ph type="sldNum" idx="8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D0AB9D7-43C6-4CAD-8377-823F47C6D3F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47" name="PlaceHolder 3"/>
          <p:cNvSpPr>
            <a:spLocks noGrp="1"/>
          </p:cNvSpPr>
          <p:nvPr>
            <p:ph type="dt" idx="8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09" r:id="rId2"/>
  </p:sldLayoutIdLst>
</p:sldMaster>
</file>

<file path=ppt/slideMasters/slideMaster2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49" name="PlaceHolder 2"/>
          <p:cNvSpPr>
            <a:spLocks noGrp="1"/>
          </p:cNvSpPr>
          <p:nvPr>
            <p:ph type="ftr" idx="8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0" name="PlaceHolder 3"/>
          <p:cNvSpPr>
            <a:spLocks noGrp="1"/>
          </p:cNvSpPr>
          <p:nvPr>
            <p:ph type="sldNum" idx="8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85F6369-CD9F-4654-B923-98D9BF7DF943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1" name="PlaceHolder 4"/>
          <p:cNvSpPr>
            <a:spLocks noGrp="1"/>
          </p:cNvSpPr>
          <p:nvPr>
            <p:ph type="dt" idx="8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1" r:id="rId2"/>
  </p:sldLayoutIdLst>
</p:sldMaster>
</file>

<file path=ppt/slideMasters/slideMaster3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/>
          </p:cNvSpPr>
          <p:nvPr>
            <p:ph type="ftr" idx="88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5" name="PlaceHolder 2"/>
          <p:cNvSpPr>
            <a:spLocks noGrp="1"/>
          </p:cNvSpPr>
          <p:nvPr>
            <p:ph type="sldNum" idx="89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4281253-2321-4A4C-BE87-C5FFA3B7BA1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6" name="PlaceHolder 3"/>
          <p:cNvSpPr>
            <a:spLocks noGrp="1"/>
          </p:cNvSpPr>
          <p:nvPr>
            <p:ph type="dt" idx="90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3" r:id="rId2"/>
  </p:sldLayoutIdLst>
</p:sldMaster>
</file>

<file path=ppt/slideMasters/slideMaster3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PlaceHolder 1"/>
          <p:cNvSpPr>
            <a:spLocks noGrp="1"/>
          </p:cNvSpPr>
          <p:nvPr>
            <p:ph type="ftr" idx="91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8" name="PlaceHolder 2"/>
          <p:cNvSpPr>
            <a:spLocks noGrp="1"/>
          </p:cNvSpPr>
          <p:nvPr>
            <p:ph type="sldNum" idx="92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13A69A1-A4E6-4083-959D-8210C85AA202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59" name="PlaceHolder 3"/>
          <p:cNvSpPr>
            <a:spLocks noGrp="1"/>
          </p:cNvSpPr>
          <p:nvPr>
            <p:ph type="dt" idx="93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5" r:id="rId2"/>
  </p:sldLayoutIdLst>
</p:sldMaster>
</file>

<file path=ppt/slideMasters/slideMaster3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/>
          </p:cNvSpPr>
          <p:nvPr>
            <p:ph type="ftr" idx="94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1" name="PlaceHolder 2"/>
          <p:cNvSpPr>
            <a:spLocks noGrp="1"/>
          </p:cNvSpPr>
          <p:nvPr>
            <p:ph type="sldNum" idx="95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1820828-9D37-4784-8DF9-D6A01020366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2" name="PlaceHolder 3"/>
          <p:cNvSpPr>
            <a:spLocks noGrp="1"/>
          </p:cNvSpPr>
          <p:nvPr>
            <p:ph type="dt" idx="96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7" r:id="rId2"/>
  </p:sldLayoutIdLst>
</p:sldMaster>
</file>

<file path=ppt/slideMasters/slideMaster3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ftr" idx="97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sldNum" idx="98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22FF51B-0E69-4749-ADAB-7C060009E389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dt" idx="99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19" r:id="rId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PlaceHolder 1"/>
          <p:cNvSpPr>
            <a:spLocks noGrp="1"/>
          </p:cNvSpPr>
          <p:nvPr>
            <p:ph type="ftr" idx="100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0" name="PlaceHolder 2"/>
          <p:cNvSpPr>
            <a:spLocks noGrp="1"/>
          </p:cNvSpPr>
          <p:nvPr>
            <p:ph type="sldNum" idx="101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DFE7F2D-50DF-4837-B53A-2EF58DAA125E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1" name="PlaceHolder 3"/>
          <p:cNvSpPr>
            <a:spLocks noGrp="1"/>
          </p:cNvSpPr>
          <p:nvPr>
            <p:ph type="dt" idx="102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1" r:id="rId2"/>
  </p:sldLayoutIdLst>
</p:sldMaster>
</file>

<file path=ppt/slideMasters/slideMaster35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PlaceHolder 1"/>
          <p:cNvSpPr>
            <a:spLocks noGrp="1"/>
          </p:cNvSpPr>
          <p:nvPr>
            <p:ph type="ftr" idx="103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sldNum" idx="104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A1C02DC-ADC9-4489-8288-32B515721955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dt" idx="105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3" r:id="rId2"/>
  </p:sldLayoutIdLst>
</p:sldMaster>
</file>

<file path=ppt/slideMasters/slideMaster36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ftr" idx="106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6" name="PlaceHolder 2"/>
          <p:cNvSpPr>
            <a:spLocks noGrp="1"/>
          </p:cNvSpPr>
          <p:nvPr>
            <p:ph type="sldNum" idx="107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A42D0FC-E475-40A7-96B8-9167974C6DE0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dt" idx="108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5" r:id="rId2"/>
  </p:sldLayoutIdLst>
</p:sldMaster>
</file>

<file path=ppt/slideMasters/slideMaster37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1800" strike="noStrike" u="none">
                <a:solidFill>
                  <a:srgbClr val="000000"/>
                </a:solidFill>
                <a:uFillTx/>
                <a:latin typeface="Arial"/>
              </a:rPr>
              <a:t>Для правки текста заглавия щёлкните мышью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179" name="PlaceHolder 2"/>
          <p:cNvSpPr>
            <a:spLocks noGrp="1"/>
          </p:cNvSpPr>
          <p:nvPr>
            <p:ph type="ftr" idx="109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110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05D3D46-3FA9-4E44-8BD6-19387C433D3C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1" name="PlaceHolder 4"/>
          <p:cNvSpPr>
            <a:spLocks noGrp="1"/>
          </p:cNvSpPr>
          <p:nvPr>
            <p:ph type="dt" idx="111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7" r:id="rId2"/>
  </p:sldLayoutIdLst>
</p:sldMaster>
</file>

<file path=ppt/slideMasters/slideMaster38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ftr" idx="112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5" name="PlaceHolder 2"/>
          <p:cNvSpPr>
            <a:spLocks noGrp="1"/>
          </p:cNvSpPr>
          <p:nvPr>
            <p:ph type="sldNum" idx="113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BA8030A-7E41-4F86-8CEF-A59C727E1FD6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dt" idx="114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29" r:id="rId2"/>
  </p:sldLayoutIdLst>
</p:sldMaster>
</file>

<file path=ppt/slideMasters/slideMaster39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ftr" idx="115"/>
          </p:nvPr>
        </p:nvSpPr>
        <p:spPr>
          <a:xfrm>
            <a:off x="4038480" y="6356520"/>
            <a:ext cx="41126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8" name="PlaceHolder 2"/>
          <p:cNvSpPr>
            <a:spLocks noGrp="1"/>
          </p:cNvSpPr>
          <p:nvPr>
            <p:ph type="sldNum" idx="116"/>
          </p:nvPr>
        </p:nvSpPr>
        <p:spPr>
          <a:xfrm>
            <a:off x="86104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083E13-825B-4912-BB30-836448E76D61}" type="slidenum">
              <a:rPr b="0" lang="en-US" sz="1200" strike="noStrike" u="none">
                <a:solidFill>
                  <a:schemeClr val="dk1">
                    <a:tint val="82000"/>
                  </a:schemeClr>
                </a:solidFill>
                <a:uFillTx/>
                <a:latin typeface="Aptos"/>
              </a:rPr>
              <a:t>1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dt" idx="117"/>
          </p:nvPr>
        </p:nvSpPr>
        <p:spPr>
          <a:xfrm>
            <a:off x="838080" y="6356520"/>
            <a:ext cx="2741040" cy="3628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 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1" r:id="rId2"/>
  </p:sldLayoutIdLst>
</p:sldMaster>
</file>

<file path=ppt/slideMasters/slideMaster40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3440" cy="13233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ru-RU" sz="4400" strike="noStrike" u="none">
                <a:solidFill>
                  <a:schemeClr val="dk1"/>
                </a:solidFill>
                <a:uFillTx/>
                <a:latin typeface="Calibri"/>
              </a:rPr>
              <a:t>Для правки текста заглавия щёлкните мышью</a:t>
            </a:r>
            <a:endParaRPr b="0" lang="ru-RU" sz="44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Для правки структуры щёлкните мышью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Второй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Третий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Четвёртый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Пятый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Шестой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ru-RU" sz="1800" strike="noStrike" u="none">
                <a:solidFill>
                  <a:schemeClr val="dk1"/>
                </a:solidFill>
                <a:uFillTx/>
                <a:latin typeface="Calibri"/>
              </a:rPr>
              <a:t>Седьмой уровень структуры</a:t>
            </a:r>
            <a:endParaRPr b="0" lang="ru-RU" sz="180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ftr" idx="11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ctr" defTabSz="914400">
              <a:lnSpc>
                <a:spcPct val="100000"/>
              </a:lnSpc>
              <a:buNone/>
            </a:pPr>
            <a:r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&lt;нижний колонтитул&gt;</a:t>
            </a:r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3" name="PlaceHolder 4"/>
          <p:cNvSpPr>
            <a:spLocks noGrp="1"/>
          </p:cNvSpPr>
          <p:nvPr>
            <p:ph type="sldNum" idx="11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def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</a:pPr>
            <a:fld id="{93F2FA71-773A-4DB4-8147-5F11900F7FCB}" type="slidenum">
              <a:rPr b="0" lang="ru-RU" sz="1200" strike="noStrike" u="none">
                <a:solidFill>
                  <a:schemeClr val="dk1">
                    <a:tint val="75000"/>
                  </a:schemeClr>
                </a:solidFill>
                <a:uFillTx/>
                <a:latin typeface="Calibri"/>
              </a:rPr>
              <a:t>&lt;номер&gt;</a:t>
            </a:fld>
            <a:endParaRPr b="0" lang="ru-RU" sz="12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  <p:sp>
        <p:nvSpPr>
          <p:cNvPr id="194" name="PlaceHolder 5"/>
          <p:cNvSpPr>
            <a:spLocks noGrp="1"/>
          </p:cNvSpPr>
          <p:nvPr>
            <p:ph type="dt" idx="12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>
              <a:buNone/>
              <a:defRPr b="0" lang="ru-RU" sz="1400" strike="noStrike" u="none">
                <a:solidFill>
                  <a:srgbClr val="000000"/>
                </a:solidFill>
                <a:uFillTx/>
                <a:latin typeface="Times New Roman"/>
              </a:defRPr>
            </a:lvl1pPr>
          </a:lstStyle>
          <a:p>
            <a:pPr indent="0">
              <a:buNone/>
            </a:pPr>
            <a:r>
              <a:rPr b="0" lang="ru-RU" sz="1400" strike="noStrike" u="none">
                <a:solidFill>
                  <a:srgbClr val="000000"/>
                </a:solidFill>
                <a:uFillTx/>
                <a:latin typeface="Times New Roman"/>
              </a:rPr>
              <a:t>&lt;дата/время&gt;</a:t>
            </a:r>
            <a:endParaRPr b="0" lang="ru-RU" sz="1400" strike="noStrike" u="none">
              <a:solidFill>
                <a:srgbClr val="000000"/>
              </a:solidFill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33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46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1.xml"/><Relationship Id="rId3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3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hyperlink" Target="https://github.com/Stasychbr/top_ai_2026" TargetMode="External"/><Relationship Id="rId3" Type="http://schemas.openxmlformats.org/officeDocument/2006/relationships/slideLayout" Target="../slideLayouts/slideLayout31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slideLayout" Target="../slideLayouts/slideLayout7.xml"/><Relationship Id="rId6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Рисунок 6" descr=""/>
          <p:cNvPicPr/>
          <p:nvPr/>
        </p:nvPicPr>
        <p:blipFill>
          <a:blip r:embed="rId1"/>
          <a:stretch/>
        </p:blipFill>
        <p:spPr>
          <a:xfrm>
            <a:off x="0" y="1075320"/>
            <a:ext cx="846360" cy="1933200"/>
          </a:xfrm>
          <a:prstGeom prst="rect">
            <a:avLst/>
          </a:prstGeom>
          <a:ln w="0">
            <a:noFill/>
          </a:ln>
        </p:spPr>
      </p:pic>
      <p:sp>
        <p:nvSpPr>
          <p:cNvPr id="204" name="Прямоугольник 11"/>
          <p:cNvSpPr/>
          <p:nvPr/>
        </p:nvSpPr>
        <p:spPr>
          <a:xfrm>
            <a:off x="0" y="3923640"/>
            <a:ext cx="12189960" cy="293148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05" name="Рисунок 10" descr=""/>
          <p:cNvPicPr/>
          <p:nvPr/>
        </p:nvPicPr>
        <p:blipFill>
          <a:blip r:embed="rId2"/>
          <a:stretch/>
        </p:blipFill>
        <p:spPr>
          <a:xfrm>
            <a:off x="8764200" y="13629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06" name="PlaceHolder 1"/>
          <p:cNvSpPr>
            <a:spLocks noGrp="1"/>
          </p:cNvSpPr>
          <p:nvPr>
            <p:ph type="title"/>
          </p:nvPr>
        </p:nvSpPr>
        <p:spPr>
          <a:xfrm>
            <a:off x="676440" y="4249080"/>
            <a:ext cx="9141840" cy="171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55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Java-разработка с использванием  систем искусственного интеллекта:</a:t>
            </a:r>
            <a:endParaRPr b="0" lang="ru-RU" sz="255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55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ООП и обработка данных</a:t>
            </a:r>
            <a:endParaRPr b="0" lang="ru-RU" sz="25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07" name="PlaceHolder 2"/>
          <p:cNvSpPr>
            <a:spLocks noGrp="1"/>
          </p:cNvSpPr>
          <p:nvPr>
            <p:ph type="subTitle"/>
          </p:nvPr>
        </p:nvSpPr>
        <p:spPr>
          <a:xfrm>
            <a:off x="676440" y="5936760"/>
            <a:ext cx="9141840" cy="656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 fontScale="92500" lnSpcReduction="9999"/>
          </a:bodyPr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Команда проекта ДПО «Топ-ИИ» · 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Гостин А. М. · Подколзин В. В. · Кирпиченко С. Р. ·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indent="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ru-RU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Ржаникова Е. Д. · Ермолаева О. С. · Дмитриев Е. А. · (С) · 2026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208" name="Рисунок 4" descr=""/>
          <p:cNvPicPr/>
          <p:nvPr/>
        </p:nvPicPr>
        <p:blipFill>
          <a:blip r:embed="rId3"/>
          <a:stretch/>
        </p:blipFill>
        <p:spPr>
          <a:xfrm>
            <a:off x="676440" y="386280"/>
            <a:ext cx="5320080" cy="327600"/>
          </a:xfrm>
          <a:prstGeom prst="rect">
            <a:avLst/>
          </a:prstGeom>
          <a:ln w="0">
            <a:noFill/>
          </a:ln>
        </p:spPr>
      </p:pic>
      <p:pic>
        <p:nvPicPr>
          <p:cNvPr id="209" name="Рисунок 8" descr=""/>
          <p:cNvPicPr/>
          <p:nvPr/>
        </p:nvPicPr>
        <p:blipFill>
          <a:blip r:embed="rId4"/>
          <a:stretch/>
        </p:blipFill>
        <p:spPr>
          <a:xfrm>
            <a:off x="9823320" y="391680"/>
            <a:ext cx="1690200" cy="327600"/>
          </a:xfrm>
          <a:prstGeom prst="rect">
            <a:avLst/>
          </a:prstGeom>
          <a:ln w="0">
            <a:noFill/>
          </a:ln>
        </p:spPr>
      </p:pic>
      <p:sp>
        <p:nvSpPr>
          <p:cNvPr id="210" name="Подзаголовок 2"/>
          <p:cNvSpPr/>
          <p:nvPr/>
        </p:nvSpPr>
        <p:spPr>
          <a:xfrm>
            <a:off x="676440" y="3011040"/>
            <a:ext cx="9141840" cy="90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Проект рабочей программы дисциплины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и цифрового фонда оценочных средств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Прямоугольник 3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12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13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7880" cy="87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Актуальность и целеполагание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4" name="Подзаголовок 2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5" name="Скругленный прямоугольник 7"/>
          <p:cNvSpPr/>
          <p:nvPr/>
        </p:nvSpPr>
        <p:spPr>
          <a:xfrm>
            <a:off x="412560" y="1701360"/>
            <a:ext cx="11206440" cy="485784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wrap="none" lIns="0" rIns="0" tIns="0" bIns="0" anchor="t">
            <a:sp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400" strike="noStrike" u="none">
              <a:solidFill>
                <a:srgbClr val="17324d"/>
              </a:solidFill>
              <a:uFillTx/>
              <a:latin typeface="Arial"/>
              <a:ea typeface="Arial"/>
            </a:endParaRPr>
          </a:p>
        </p:txBody>
      </p:sp>
      <p:sp>
        <p:nvSpPr>
          <p:cNvPr id="216" name="s2-heading-1"/>
          <p:cNvSpPr/>
          <p:nvPr/>
        </p:nvSpPr>
        <p:spPr>
          <a:xfrm>
            <a:off x="876240" y="1896480"/>
            <a:ext cx="310284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Для кого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7" name="s2-bullets-1"/>
          <p:cNvSpPr/>
          <p:nvPr/>
        </p:nvSpPr>
        <p:spPr>
          <a:xfrm>
            <a:off x="876240" y="2268000"/>
            <a:ext cx="3102840" cy="13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Студенты ИТ-направлений, которым нужна современная база ООП и серверной разработки.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Инженеры по данным и архитекторы 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8" name="s2-heading-2"/>
          <p:cNvSpPr/>
          <p:nvPr/>
        </p:nvSpPr>
        <p:spPr>
          <a:xfrm>
            <a:off x="4381560" y="1896480"/>
            <a:ext cx="310284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Почему эта дисциплина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19" name="s2-bullets-2"/>
          <p:cNvSpPr/>
          <p:nvPr/>
        </p:nvSpPr>
        <p:spPr>
          <a:xfrm>
            <a:off x="4381560" y="2268000"/>
            <a:ext cx="3102840" cy="13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Java и ООП формируют базовую инженерную подготовку разработчика в любой области, включая 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ИИ-системам нужны надёжные компоненты, сервисы и ETL-пайплайны.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0" name="s2-heading-3"/>
          <p:cNvSpPr/>
          <p:nvPr/>
        </p:nvSpPr>
        <p:spPr>
          <a:xfrm>
            <a:off x="7886880" y="1896480"/>
            <a:ext cx="310284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Что оригинального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1" name="s2-bullets-3"/>
          <p:cNvSpPr/>
          <p:nvPr/>
        </p:nvSpPr>
        <p:spPr>
          <a:xfrm>
            <a:off x="7886880" y="2268000"/>
            <a:ext cx="3102840" cy="1350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Практическое задание развивается от класса до серверного сервиса.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 встроен в проверяемый инженерный цикл.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Приобретаются навыки командной работы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pSp>
        <p:nvGrpSpPr>
          <p:cNvPr id="222" name=""/>
          <p:cNvGrpSpPr/>
          <p:nvPr/>
        </p:nvGrpSpPr>
        <p:grpSpPr>
          <a:xfrm>
            <a:off x="781200" y="3708000"/>
            <a:ext cx="10627920" cy="898560"/>
            <a:chOff x="781200" y="3708000"/>
            <a:chExt cx="10627920" cy="898560"/>
          </a:xfrm>
        </p:grpSpPr>
        <p:sp>
          <p:nvSpPr>
            <p:cNvPr id="223" name="s2-goal-band"/>
            <p:cNvSpPr/>
            <p:nvPr/>
          </p:nvSpPr>
          <p:spPr>
            <a:xfrm>
              <a:off x="781200" y="3708000"/>
              <a:ext cx="10627920" cy="898560"/>
            </a:xfrm>
            <a:prstGeom prst="roundRect">
              <a:avLst>
                <a:gd name="adj" fmla="val 8929"/>
              </a:avLst>
            </a:prstGeom>
            <a:noFill/>
            <a:ln w="9525">
              <a:solidFill>
                <a:srgbClr val="bcd0e1"/>
              </a:solidFill>
              <a:round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ru-RU" sz="18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24" name="s2-goal-heading"/>
            <p:cNvSpPr/>
            <p:nvPr/>
          </p:nvSpPr>
          <p:spPr>
            <a:xfrm>
              <a:off x="990720" y="3748680"/>
              <a:ext cx="1426680" cy="26460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t">
              <a:norm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en-US" sz="1350" strike="noStrike" u="none">
                  <a:solidFill>
                    <a:srgbClr val="06498f"/>
                  </a:solidFill>
                  <a:uFillTx/>
                  <a:latin typeface="Arial"/>
                  <a:ea typeface="Arial"/>
                </a:rPr>
                <a:t>Цель:</a:t>
              </a:r>
              <a:endParaRPr b="0" lang="ru-RU" sz="135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  <p:sp>
          <p:nvSpPr>
            <p:cNvPr id="225" name="s2-goal"/>
            <p:cNvSpPr/>
            <p:nvPr/>
          </p:nvSpPr>
          <p:spPr>
            <a:xfrm>
              <a:off x="990720" y="4053240"/>
              <a:ext cx="10170720" cy="4550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0" rIns="0" tIns="0" bIns="0" anchor="ctr">
              <a:normAutofit/>
            </a:bodyPr>
            <a:p>
              <a:pPr defTabSz="914400">
                <a:lnSpc>
                  <a:spcPct val="100000"/>
                </a:lnSpc>
                <a:tabLst>
                  <a:tab algn="l" pos="0"/>
                </a:tabLst>
              </a:pPr>
              <a:r>
                <a:rPr b="1" lang="en-US" sz="1400" strike="noStrike" u="none">
                  <a:solidFill>
                    <a:srgbClr val="17324d"/>
                  </a:solidFill>
                  <a:uFillTx/>
                  <a:latin typeface="Arial"/>
                  <a:ea typeface="Arial"/>
                </a:rPr>
                <a:t>Сформировать системные навыки Java-разработки для создания надёжного, масштабируемого серверного ПО и ETL-решений с осознанным применением ИИ-инструментов.</a:t>
              </a:r>
              <a:endParaRPr b="0" lang="ru-RU" sz="1400" strike="noStrike" u="none">
                <a:solidFill>
                  <a:srgbClr val="000000"/>
                </a:solidFill>
                <a:uFillTx/>
                <a:latin typeface="Arial"/>
              </a:endParaRPr>
            </a:p>
          </p:txBody>
        </p:sp>
      </p:grpSp>
      <p:sp>
        <p:nvSpPr>
          <p:cNvPr id="226" name="slide-number-1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1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7" name="s2-goal-band"/>
          <p:cNvSpPr/>
          <p:nvPr/>
        </p:nvSpPr>
        <p:spPr>
          <a:xfrm>
            <a:off x="781200" y="4752000"/>
            <a:ext cx="10627920" cy="1546560"/>
          </a:xfrm>
          <a:prstGeom prst="roundRect">
            <a:avLst>
              <a:gd name="adj" fmla="val 8929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8" name="s2-goal-heading"/>
          <p:cNvSpPr/>
          <p:nvPr/>
        </p:nvSpPr>
        <p:spPr>
          <a:xfrm>
            <a:off x="990720" y="4828680"/>
            <a:ext cx="2247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Задачи дисциплины: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29" name="s2-goal"/>
          <p:cNvSpPr/>
          <p:nvPr/>
        </p:nvSpPr>
        <p:spPr>
          <a:xfrm>
            <a:off x="990720" y="5025240"/>
            <a:ext cx="10347840" cy="127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Освоить ООП-парадигму.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разрабатывать прикладные решения на Java.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Сформировать навыки многопоточного программирования и работы с реляционными БД. 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создавать ETL-пайплайны с обработкой ошибок, логированием, метриками и идемпотентной загрузкой.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>
              <a:lnSpc>
                <a:spcPct val="100000"/>
              </a:lnSpc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400" strike="noStrike" u="none">
                <a:solidFill>
                  <a:srgbClr val="232323"/>
                </a:solidFill>
                <a:uFillTx/>
                <a:latin typeface="Arial"/>
                <a:ea typeface="SFSS0900"/>
              </a:rPr>
              <a:t>Научиться применять ИИ-инструменты для генерации, рефакторинга и проверки кода без потери инженерного контроля.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Прямоугольник 3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31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32" name="PlaceHolder 1"/>
          <p:cNvSpPr>
            <a:spLocks noGrp="1"/>
          </p:cNvSpPr>
          <p:nvPr>
            <p:ph type="title"/>
          </p:nvPr>
        </p:nvSpPr>
        <p:spPr>
          <a:xfrm>
            <a:off x="838080" y="461520"/>
            <a:ext cx="10397880" cy="87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Состав и содержание программы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3" name="Подзаголовок 2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4" name="Скругленный прямоугольник 7"/>
          <p:cNvSpPr/>
          <p:nvPr/>
        </p:nvSpPr>
        <p:spPr>
          <a:xfrm>
            <a:off x="412560" y="1260000"/>
            <a:ext cx="11467080" cy="529920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graphicFrame>
        <p:nvGraphicFramePr>
          <p:cNvPr id="235" name=""/>
          <p:cNvGraphicFramePr/>
          <p:nvPr/>
        </p:nvGraphicFramePr>
        <p:xfrm>
          <a:off x="638280" y="1518120"/>
          <a:ext cx="11062080" cy="3897720"/>
        </p:xfrm>
        <a:graphic>
          <a:graphicData uri="http://schemas.openxmlformats.org/drawingml/2006/table">
            <a:tbl>
              <a:tblPr/>
              <a:tblGrid>
                <a:gridCol w="298080"/>
                <a:gridCol w="1772280"/>
                <a:gridCol w="595800"/>
                <a:gridCol w="1070640"/>
                <a:gridCol w="1315440"/>
                <a:gridCol w="846360"/>
                <a:gridCol w="5163840"/>
              </a:tblGrid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№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Модуль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Часов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Виды занятий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Компетенции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Уровень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Накопительный результат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Основы ООП, промптинг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Лек - 4,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 - 6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Предметная модель, контракты, наследование и полиморфизм, основы промптинга, генерация документации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Коллекции, generics, исключения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Типобезопасная обработка, проверка и журналирование,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генерация тестов, code review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3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Ввод-вывод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CSV/JSON/XML-представления одной предметной области,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генерация тестовых наборов данных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Многопоточность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Безопасная конкурентная обработка нескольких источников,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создание стресс тестов с помощью ИИ-инструментов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5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Базы данных и JDBC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DAO, транзакции, batch insert и UPSERT в PostgreSQL,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промпты для работы с БД, проверка rollback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noFill/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ETL-пайплайн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Лек - 2, </a:t>
                      </a:r>
                      <a:br>
                        <a:rPr sz="1200"/>
                      </a:b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Лаб - 4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PL-2.2;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Extract–Transform–Load, DLQ, метрики, идемпотентность,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ETL-промпты для интеграционного тестирования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7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ИИ-инструменты и мини-проект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6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 - 2,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Проект - 4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PL-2.1; PL-2.2;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Вайб кодинг с code review, проверяемая работа с агентом и серверный ETL-сервис. Практическое закрепление и развитие навыков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8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Контроль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8.75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Экзамен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PL-2.1; PL-2.2;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LLM-5.1; 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С, 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Теоретическое закрепление знаний по курсу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36" name="s3-hours"/>
          <p:cNvSpPr/>
          <p:nvPr/>
        </p:nvSpPr>
        <p:spPr>
          <a:xfrm>
            <a:off x="800280" y="5478120"/>
            <a:ext cx="3255480" cy="9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Трудоемкость 108 часов / 3 з.е.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16 ч. лекций · 30 ч. лабораторных ·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4 ч. мини-проекта ·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58 ч. самостоятельной работы.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7" name="s3-roles"/>
          <p:cNvSpPr/>
          <p:nvPr/>
        </p:nvSpPr>
        <p:spPr>
          <a:xfrm>
            <a:off x="4324320" y="5478120"/>
            <a:ext cx="2950560" cy="9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Развиваемые роли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Инженер по данным — PL-2.1–2.2.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Архитектор ИИ — LLM-5.1–5.2.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8" name="s3-ai-throughline"/>
          <p:cNvSpPr/>
          <p:nvPr/>
        </p:nvSpPr>
        <p:spPr>
          <a:xfrm>
            <a:off x="7524720" y="5478120"/>
            <a:ext cx="3884040" cy="98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ИИ проходит через весь курс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Побочные артефакты → тесты → ограниченные фрагменты кода. 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Каждый результат проверяет студент.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39" name="slide-number-2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2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Прямоугольник 4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41" name="Рисунок 9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42" name="PlaceHolder 1"/>
          <p:cNvSpPr>
            <a:spLocks noGrp="1"/>
          </p:cNvSpPr>
          <p:nvPr>
            <p:ph type="title"/>
          </p:nvPr>
        </p:nvSpPr>
        <p:spPr>
          <a:xfrm>
            <a:off x="838080" y="557640"/>
            <a:ext cx="10397880" cy="507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Организация системы оценивания</a:t>
            </a:r>
            <a:endParaRPr b="0" lang="ru-RU" sz="2320" strike="noStrike" u="none">
              <a:solidFill>
                <a:schemeClr val="dk1"/>
              </a:solidFill>
              <a:uFillTx/>
              <a:latin typeface="Calibri"/>
            </a:endParaRPr>
          </a:p>
        </p:txBody>
      </p:sp>
      <p:sp>
        <p:nvSpPr>
          <p:cNvPr id="243" name="Подзаголовок 3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4" name="Скругленный прямоугольник 2"/>
          <p:cNvSpPr/>
          <p:nvPr/>
        </p:nvSpPr>
        <p:spPr>
          <a:xfrm>
            <a:off x="395280" y="1080000"/>
            <a:ext cx="11399760" cy="547920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sp>
        <p:nvSpPr>
          <p:cNvPr id="245" name="s4-left-heading 2"/>
          <p:cNvSpPr/>
          <p:nvPr/>
        </p:nvSpPr>
        <p:spPr>
          <a:xfrm>
            <a:off x="7286040" y="1264320"/>
            <a:ext cx="3070800" cy="283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Единая 100-балльная модель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246" name="Таблица 2"/>
          <p:cNvGraphicFramePr/>
          <p:nvPr/>
        </p:nvGraphicFramePr>
        <p:xfrm>
          <a:off x="7294680" y="1663920"/>
          <a:ext cx="3976200" cy="1458000"/>
        </p:xfrm>
        <a:graphic>
          <a:graphicData uri="http://schemas.openxmlformats.org/drawingml/2006/table">
            <a:tbl>
              <a:tblPr/>
              <a:tblGrid>
                <a:gridCol w="3043440"/>
                <a:gridCol w="932760"/>
              </a:tblGrid>
              <a:tr h="286200">
                <a:tc>
                  <a:txBody>
                    <a:bodyPr lIns="85680" rIns="85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Технический результат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35%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279720">
                <a:tc>
                  <a:txBody>
                    <a:bodyPr lIns="85680" rIns="85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Корректность, тесты, границы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25%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245520">
                <a:tc>
                  <a:txBody>
                    <a:bodyPr lIns="85680" rIns="85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Качество кода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10%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220680">
                <a:tc>
                  <a:txBody>
                    <a:bodyPr lIns="85680" rIns="85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Работа с ИИ и проверка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25%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  <a:tr h="242640">
                <a:tc>
                  <a:txBody>
                    <a:bodyPr lIns="85680" rIns="85680" anchor="ctr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Воспроизводимость сдачи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5%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</a:tr>
            </a:tbl>
          </a:graphicData>
        </a:graphic>
      </p:graphicFrame>
      <p:sp>
        <p:nvSpPr>
          <p:cNvPr id="247" name="s4-right-heading 2"/>
          <p:cNvSpPr/>
          <p:nvPr/>
        </p:nvSpPr>
        <p:spPr>
          <a:xfrm>
            <a:off x="7316640" y="3391560"/>
            <a:ext cx="3976200" cy="292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3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Доказательства вместо запрета ИИ</a:t>
            </a:r>
            <a:endParaRPr b="0" lang="ru-RU" sz="143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8" name="s4-process 2"/>
          <p:cNvSpPr/>
          <p:nvPr/>
        </p:nvSpPr>
        <p:spPr>
          <a:xfrm>
            <a:off x="7384320" y="3690360"/>
            <a:ext cx="3851640" cy="1198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lnSpcReduction="9999"/>
          </a:bodyPr>
          <a:p>
            <a:pPr marL="270000" indent="-270000"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1.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Самостоятельное решение и утверждённые границы.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2.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Ограниченная задача агенту.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3.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Сохранённые prompt / response / diff.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4.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Сборка, тесты и обязательный сценарий.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70000" indent="-270000" defTabSz="914400">
              <a:lnSpc>
                <a:spcPct val="100000"/>
              </a:lnSpc>
              <a:spcAft>
                <a:spcPts val="11"/>
              </a:spcAft>
              <a:tabLst>
                <a:tab algn="l" pos="0"/>
              </a:tabLst>
            </a:pPr>
            <a:r>
              <a:rPr b="1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5. </a:t>
            </a: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Журнал исправлений и устное объяснение.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49" name="s4-conclusion-band 2"/>
          <p:cNvSpPr/>
          <p:nvPr/>
        </p:nvSpPr>
        <p:spPr>
          <a:xfrm>
            <a:off x="781200" y="5154480"/>
            <a:ext cx="10627920" cy="912600"/>
          </a:xfrm>
          <a:prstGeom prst="roundRect">
            <a:avLst>
              <a:gd name="adj" fmla="val 7937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0" name="s4-conclusion-heading 2"/>
          <p:cNvSpPr/>
          <p:nvPr/>
        </p:nvSpPr>
        <p:spPr>
          <a:xfrm>
            <a:off x="990720" y="5222520"/>
            <a:ext cx="3141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Почему модель достаточна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1" name="s4-conclusion 2"/>
          <p:cNvSpPr/>
          <p:nvPr/>
        </p:nvSpPr>
        <p:spPr>
          <a:xfrm>
            <a:off x="990720" y="5508720"/>
            <a:ext cx="10170720" cy="57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Оценивается цепочка проверяемых свидетельств, а не текст ответа. Неработающая сборка ограничивает итог 59 баллами; запрещённая передача самостоятельной части обнуляет ИИ-компонент и затронутый предметный критерий.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2" name="s4-student-duty 2"/>
          <p:cNvSpPr/>
          <p:nvPr/>
        </p:nvSpPr>
        <p:spPr>
          <a:xfrm>
            <a:off x="1428840" y="6008040"/>
            <a:ext cx="9332280" cy="51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4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Студент обязан воспроизвести запуск, объяснить код и показать, как проверял результат агента.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3" name="slide-number- 2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3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graphicFrame>
        <p:nvGraphicFramePr>
          <p:cNvPr id="254" name="Таблица 4"/>
          <p:cNvGraphicFramePr/>
          <p:nvPr/>
        </p:nvGraphicFramePr>
        <p:xfrm>
          <a:off x="632160" y="1336680"/>
          <a:ext cx="6489000" cy="3455280"/>
        </p:xfrm>
        <a:graphic>
          <a:graphicData uri="http://schemas.openxmlformats.org/drawingml/2006/table">
            <a:tbl>
              <a:tblPr/>
              <a:tblGrid>
                <a:gridCol w="1025640"/>
                <a:gridCol w="852480"/>
                <a:gridCol w="4610880"/>
              </a:tblGrid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Индикатор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Уровень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Дескриптор освоения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17324d"/>
                        </a:buClr>
                        <a:buFont typeface="Arial"/>
                        <a:buChar char="•"/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Знает структуру промпта для вайб-кодинга, модель взаимодействия "Разработчик → ИИ-ассистент → разработчик", вывод и ограничения, паттерны и антипаттерны, небезопасный код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Умеет составлять и конструировать промпт, позволяющий генерировать </a:t>
                      </a: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Javadoc</a:t>
                      </a: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; диаграмму классов;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  <a:p>
                      <a:pPr marL="171360" indent="-171360" defTabSz="914400">
                        <a:lnSpc>
                          <a:spcPct val="100000"/>
                        </a:lnSpc>
                        <a:buClr>
                          <a:srgbClr val="000000"/>
                        </a:buClr>
                        <a:buFont typeface="Arial"/>
                        <a:buChar char="•"/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Умеет составлять и конструировать промпты: "тест-план", "тесты", "анализ"; для рассмотрения </a:t>
                      </a: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review </a:t>
                      </a: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ИИ-агента; для генерации тестов; для тестового набора данных; для </a:t>
                      </a: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XML-</a:t>
                      </a: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чтения данных; для стресс-тестов; для тестирования и диагностики программного обеспечения на языке </a:t>
                      </a: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Java</a:t>
                      </a: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; для работы с базами данных на языке </a:t>
                      </a:r>
                      <a:r>
                        <a:rPr b="0" lang="en-US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Java</a:t>
                      </a: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; …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t">
                      <a:noAutofit/>
                    </a:bodyPr>
                    <a:p>
                      <a:pPr defTabSz="914400"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Умеет использовать простые последовательности промптов: «тест-план → тесты → анализ»; для тестирования и диагностики программного обеспечения на языке </a:t>
                      </a: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Java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; для проверки </a:t>
                      </a: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rollback 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на языке </a:t>
                      </a: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Java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; для универсального чтения и преобразования данных на языке </a:t>
                      </a:r>
                      <a:r>
                        <a:rPr b="0" lang="en-US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Java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; …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t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Прямоугольник 2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56" name="Рисунок 7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57" name="PlaceHolder 1"/>
          <p:cNvSpPr>
            <a:spLocks noGrp="1"/>
          </p:cNvSpPr>
          <p:nvPr>
            <p:ph type="title"/>
          </p:nvPr>
        </p:nvSpPr>
        <p:spPr>
          <a:xfrm>
            <a:off x="838080" y="461520"/>
            <a:ext cx="10397880" cy="87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Фонд оценочных средств – модель измерений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8" name="Подзаголовок 1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59" name="Скругленный прямоугольник 1"/>
          <p:cNvSpPr/>
          <p:nvPr/>
        </p:nvSpPr>
        <p:spPr>
          <a:xfrm>
            <a:off x="412560" y="1260000"/>
            <a:ext cx="11467080" cy="529920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graphicFrame>
        <p:nvGraphicFramePr>
          <p:cNvPr id="260" name=""/>
          <p:cNvGraphicFramePr/>
          <p:nvPr/>
        </p:nvGraphicFramePr>
        <p:xfrm>
          <a:off x="638280" y="1482120"/>
          <a:ext cx="11061360" cy="4892400"/>
        </p:xfrm>
        <a:graphic>
          <a:graphicData uri="http://schemas.openxmlformats.org/drawingml/2006/table">
            <a:tbl>
              <a:tblPr/>
              <a:tblGrid>
                <a:gridCol w="313920"/>
                <a:gridCol w="2434320"/>
                <a:gridCol w="1315440"/>
                <a:gridCol w="907200"/>
                <a:gridCol w="559440"/>
                <a:gridCol w="3961080"/>
                <a:gridCol w="892080"/>
                <a:gridCol w="678240"/>
              </a:tblGrid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№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Модуль / элемент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Код и название компетенции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Индикатор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</a:rPr>
                        <a:t>Уровень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Дескриптор освоения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Форма контроля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2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КИМ</a:t>
                      </a:r>
                      <a:endParaRPr b="0" lang="ru-RU" sz="12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Основы ООП / Введение в ООП. Классы, объекты, инкапсуляция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 Java/Scala/Kotlin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Знает основы объектно-ориентированного программирования для задач серверного программирования на языке Java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Промеж.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Билеты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2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Промпт-инжиниринг и ИИ-инструменты в разработке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 Промпт-инженерия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  <a:ea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Знает структуру промпта для вайб-кодинга, модель взаимодействия "Разработчик → ИИ-ассистент → разработчик", вывод и ограничения, паттерны и антипаттерны, небезопасный код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Промеж.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Билеты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3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Основы ООП / Настройка окружения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 Java/Scala/Kotlin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PL-2.1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Умеет устанавливать программное окружение для  задач серверного программирования на языке Java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Текущая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4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>
                      <a:noFill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Основы ООП / Настройка окружения. Первый класс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 Промпт-инженерия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>
                      <a:noFill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  <a:ea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Умеет составлять и конструировать промпт, позволяющий генерировать документацию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	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Текущая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Лаб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solid"/>
                    </a:lnT>
                    <a:lnB>
                      <a:noFill/>
                    </a:lnB>
                    <a:noFill/>
                  </a:tcPr>
                </a:tc>
              </a:tr>
              <a:tr h="25092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43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ИИ-инструменты и интеграционный проект / Командный мини-проект: серверный ETL-сервис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>
                      <a:noFill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 Java/Scala/Kotlin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PL-2.1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Умеет проектировать предметную модель варианта и интегрировать конкурентный ETL, PostgreSQL и HTTP API на Java, обеспечивать обработку ошибок, метрики и идемпотентную загрузку данных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Рубежная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Проект</a:t>
                      </a: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>
                      <a:noFill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50 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Экзамен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 Промпт-инженерия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Знает, как ставить ИИ-ассистенту ограниченные проверяемые задачи, готовить и проверять воспроизводимые грязные данные, код, тесты и выводить рекомендации ИИ-ассистента.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Промеж.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sng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Билеты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 w="10800">
                      <a:solidFill>
                        <a:srgbClr val="000000"/>
                      </a:solidFill>
                      <a:prstDash val=""/>
                    </a:lnT>
                    <a:lnB w="10800">
                      <a:solidFill>
                        <a:srgbClr val="000000"/>
                      </a:solidFill>
                      <a:prstDash val=""/>
                    </a:lnB>
                    <a:noFill/>
                  </a:tcPr>
                </a:tc>
              </a:tr>
              <a:tr h="433080"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58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000000"/>
                          </a:solidFill>
                          <a:uFillTx/>
                          <a:latin typeface="Arial"/>
                        </a:rPr>
                        <a:t>Итоговая аттестация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LLM-5. Промпт-инженерия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LLM-5.1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С</a:t>
                      </a:r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Times New Roman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Выбирает и адаптирует шаблоны под задачу 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Microsoft YaHei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r>
                        <a:rPr b="0" lang="ru-RU" sz="12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</a:rPr>
                        <a:t>Итоговая</a:t>
                      </a:r>
                      <a:endParaRPr b="0" lang="ru-RU" sz="1200" strike="noStrike" u="none">
                        <a:solidFill>
                          <a:srgbClr val="17324d"/>
                        </a:solidFill>
                        <a:uFillTx/>
                        <a:latin typeface="Arial"/>
                        <a:ea typeface="Microsoft YaHei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47520" rIns="47520" anchor="ctr">
                      <a:noAutofit/>
                    </a:bodyPr>
                    <a:p>
                      <a:endParaRPr b="0" lang="ru-RU" sz="12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47520" marR="47520">
                    <a:lnL w="10800">
                      <a:solidFill>
                        <a:srgbClr val="000000"/>
                      </a:solidFill>
                      <a:prstDash val="solid"/>
                    </a:lnL>
                    <a:lnR w="10800">
                      <a:solidFill>
                        <a:srgbClr val="000000"/>
                      </a:solidFill>
                      <a:prstDash val="solid"/>
                    </a:lnR>
                    <a:lnT>
                      <a:noFill/>
                    </a:lnT>
                    <a:lnB w="108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61" name="slide-number- 1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2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Прямоугольник 3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63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64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7880" cy="87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Фонд оценочных средств и командная работа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5" name="Подзаголовок 2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6" name="Скругленный прямоугольник 7"/>
          <p:cNvSpPr/>
          <p:nvPr/>
        </p:nvSpPr>
        <p:spPr>
          <a:xfrm>
            <a:off x="412560" y="1701360"/>
            <a:ext cx="11206440" cy="485784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sp>
        <p:nvSpPr>
          <p:cNvPr id="267" name="s5-metric-1"/>
          <p:cNvSpPr/>
          <p:nvPr/>
        </p:nvSpPr>
        <p:spPr>
          <a:xfrm>
            <a:off x="819000" y="1962000"/>
            <a:ext cx="142668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15</a:t>
            </a:r>
            <a:endParaRPr b="0" lang="ru-RU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8" name="s5-label-1"/>
          <p:cNvSpPr/>
          <p:nvPr/>
        </p:nvSpPr>
        <p:spPr>
          <a:xfrm>
            <a:off x="819000" y="2352600"/>
            <a:ext cx="14266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индивидуальных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КИМ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69" name="s5-metric-2"/>
          <p:cNvSpPr/>
          <p:nvPr/>
        </p:nvSpPr>
        <p:spPr>
          <a:xfrm>
            <a:off x="3086280" y="1962000"/>
            <a:ext cx="142668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20</a:t>
            </a:r>
            <a:endParaRPr b="0" lang="ru-RU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0" name="s5-label-2"/>
          <p:cNvSpPr/>
          <p:nvPr/>
        </p:nvSpPr>
        <p:spPr>
          <a:xfrm>
            <a:off x="3086280" y="2352600"/>
            <a:ext cx="14266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сквозных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вариантов ЛР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1" name="s5-metric-3"/>
          <p:cNvSpPr/>
          <p:nvPr/>
        </p:nvSpPr>
        <p:spPr>
          <a:xfrm>
            <a:off x="5353200" y="1962000"/>
            <a:ext cx="142668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16</a:t>
            </a:r>
            <a:endParaRPr b="0" lang="ru-RU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2" name="s5-label-3"/>
          <p:cNvSpPr/>
          <p:nvPr/>
        </p:nvSpPr>
        <p:spPr>
          <a:xfrm>
            <a:off x="5353200" y="2352600"/>
            <a:ext cx="14266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тематических рубрик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3" name="s5-metric-4"/>
          <p:cNvSpPr/>
          <p:nvPr/>
        </p:nvSpPr>
        <p:spPr>
          <a:xfrm>
            <a:off x="7620120" y="1962000"/>
            <a:ext cx="142668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11</a:t>
            </a:r>
            <a:endParaRPr b="0" lang="ru-RU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4" name="s5-label-4"/>
          <p:cNvSpPr/>
          <p:nvPr/>
        </p:nvSpPr>
        <p:spPr>
          <a:xfrm>
            <a:off x="7620120" y="2352600"/>
            <a:ext cx="14266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стартовых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датасетов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5" name="s5-metric-5"/>
          <p:cNvSpPr/>
          <p:nvPr/>
        </p:nvSpPr>
        <p:spPr>
          <a:xfrm>
            <a:off x="9887040" y="1962000"/>
            <a:ext cx="1426680" cy="397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220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47</a:t>
            </a:r>
            <a:endParaRPr b="0" lang="ru-RU" sz="2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6" name="s5-label-5"/>
          <p:cNvSpPr/>
          <p:nvPr/>
        </p:nvSpPr>
        <p:spPr>
          <a:xfrm>
            <a:off x="9887040" y="2352600"/>
            <a:ext cx="1426680" cy="416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вопросов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200" strike="noStrike" u="none">
                <a:solidFill>
                  <a:srgbClr val="52667a"/>
                </a:solidFill>
                <a:uFillTx/>
                <a:latin typeface="Arial"/>
                <a:ea typeface="Arial"/>
              </a:rPr>
              <a:t>к экзамену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7" name="s5-heading-1"/>
          <p:cNvSpPr/>
          <p:nvPr/>
        </p:nvSpPr>
        <p:spPr>
          <a:xfrm>
            <a:off x="876240" y="2905200"/>
            <a:ext cx="3141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Проверки кода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8" name="s5-bullets-1"/>
          <p:cNvSpPr/>
          <p:nvPr/>
        </p:nvSpPr>
        <p:spPr>
          <a:xfrm>
            <a:off x="876240" y="3257640"/>
            <a:ext cx="3141000" cy="15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JUnit и integration tests.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Stress test конкурентности.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Rollback и два идемпотентных запуска.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79" name="s5-heading-2"/>
          <p:cNvSpPr/>
          <p:nvPr/>
        </p:nvSpPr>
        <p:spPr>
          <a:xfrm>
            <a:off x="4390920" y="2905200"/>
            <a:ext cx="3141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Мини-проект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0" name="s5-bullets-2"/>
          <p:cNvSpPr/>
          <p:nvPr/>
        </p:nvSpPr>
        <p:spPr>
          <a:xfrm>
            <a:off x="4390920" y="3257640"/>
            <a:ext cx="3141000" cy="15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Команда из 2–3 человек.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Серверный сервис: CSV/JSON → конкурентный ETL → PostgreSQL.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HTTP API, DLQ, метрики и идемпотентный UPSERT.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1" name="s5-heading-3"/>
          <p:cNvSpPr/>
          <p:nvPr/>
        </p:nvSpPr>
        <p:spPr>
          <a:xfrm>
            <a:off x="7905600" y="2905200"/>
            <a:ext cx="314100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Работа с ИИ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2" name="s5-bullets-3"/>
          <p:cNvSpPr/>
          <p:nvPr/>
        </p:nvSpPr>
        <p:spPr>
          <a:xfrm>
            <a:off x="7905600" y="3257640"/>
            <a:ext cx="3141000" cy="1559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Вовлечённость растёт: побочные артефакты → тесты → ограниченный код.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Каждый prompt / response / diff проверяется студентами.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  <a:p>
            <a:pPr marL="216000" indent="-216000" defTabSz="914400">
              <a:lnSpc>
                <a:spcPct val="100000"/>
              </a:lnSpc>
              <a:spcAft>
                <a:spcPts val="11"/>
              </a:spcAft>
              <a:buClr>
                <a:srgbClr val="17324d"/>
              </a:buClr>
              <a:buFont typeface="Symbol" charset="2"/>
              <a:buChar char=""/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Архитектура и ядро обработки остаются за командой.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3" name="s5-artifact-band"/>
          <p:cNvSpPr/>
          <p:nvPr/>
        </p:nvSpPr>
        <p:spPr>
          <a:xfrm>
            <a:off x="781200" y="4857840"/>
            <a:ext cx="10627920" cy="1121760"/>
          </a:xfrm>
          <a:prstGeom prst="roundRect">
            <a:avLst>
              <a:gd name="adj" fmla="val 8475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4" name="s5-artifact-heading"/>
          <p:cNvSpPr/>
          <p:nvPr/>
        </p:nvSpPr>
        <p:spPr>
          <a:xfrm>
            <a:off x="990720" y="5000760"/>
            <a:ext cx="618912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Командный мини-проект: серверный ETL-сервис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5" name="s5-artifact"/>
          <p:cNvSpPr/>
          <p:nvPr/>
        </p:nvSpPr>
        <p:spPr>
          <a:xfrm>
            <a:off x="990720" y="5334120"/>
            <a:ext cx="10170720" cy="474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Команда импортирует грязные CSV/JSON из нескольких источников, параллельно очищает и дедуплицирует данные, сохраняет результат в PostgreSQL через UPSERT и предоставляет HTTP API, DLQ и метрики импорта.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86" name="slide-number-4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4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Прямоугольник 3"/>
          <p:cNvSpPr/>
          <p:nvPr/>
        </p:nvSpPr>
        <p:spPr>
          <a:xfrm>
            <a:off x="0" y="0"/>
            <a:ext cx="12189960" cy="68558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288" name="Рисунок 12" descr=""/>
          <p:cNvPicPr/>
          <p:nvPr/>
        </p:nvPicPr>
        <p:blipFill>
          <a:blip r:embed="rId1"/>
          <a:stretch/>
        </p:blipFill>
        <p:spPr>
          <a:xfrm>
            <a:off x="8764200" y="3477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289" name="PlaceHolder 1"/>
          <p:cNvSpPr>
            <a:spLocks noGrp="1"/>
          </p:cNvSpPr>
          <p:nvPr>
            <p:ph type="title"/>
          </p:nvPr>
        </p:nvSpPr>
        <p:spPr>
          <a:xfrm>
            <a:off x="838080" y="641520"/>
            <a:ext cx="10397880" cy="876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32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Git-репозиторий как цифровой учебный продукт</a:t>
            </a:r>
            <a:endParaRPr b="0" lang="ru-RU" sz="232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0" name="Подзаголовок 2"/>
          <p:cNvSpPr/>
          <p:nvPr/>
        </p:nvSpPr>
        <p:spPr>
          <a:xfrm>
            <a:off x="722880" y="182880"/>
            <a:ext cx="10513440" cy="360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rmAutofit/>
          </a:bodyPr>
          <a:p>
            <a:pPr defTabSz="914400">
              <a:lnSpc>
                <a:spcPct val="90000"/>
              </a:lnSpc>
              <a:spcBef>
                <a:spcPts val="1001"/>
              </a:spcBef>
              <a:tabLst>
                <a:tab algn="l" pos="0"/>
              </a:tabLst>
            </a:pPr>
            <a:r>
              <a:rPr b="0" lang="en-US" sz="1800" strike="noStrike" u="none">
                <a:solidFill>
                  <a:schemeClr val="lt1"/>
                </a:solidFill>
                <a:uFillTx/>
                <a:latin typeface="Golos Text"/>
                <a:ea typeface="Golos Text"/>
              </a:rPr>
              <a:t>Преподавание современного ИИ на топ-уровне: системное видение</a:t>
            </a: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1" name="Скругленный прямоугольник 7"/>
          <p:cNvSpPr/>
          <p:nvPr/>
        </p:nvSpPr>
        <p:spPr>
          <a:xfrm>
            <a:off x="412560" y="1701360"/>
            <a:ext cx="11206440" cy="4857840"/>
          </a:xfrm>
          <a:prstGeom prst="roundRect">
            <a:avLst>
              <a:gd name="adj" fmla="val 10119"/>
            </a:avLst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graphicFrame>
        <p:nvGraphicFramePr>
          <p:cNvPr id="292" name=""/>
          <p:cNvGraphicFramePr/>
          <p:nvPr/>
        </p:nvGraphicFramePr>
        <p:xfrm>
          <a:off x="743040" y="1971720"/>
          <a:ext cx="10714680" cy="2989440"/>
        </p:xfrm>
        <a:graphic>
          <a:graphicData uri="http://schemas.openxmlformats.org/drawingml/2006/table">
            <a:tbl>
              <a:tblPr/>
              <a:tblGrid>
                <a:gridCol w="2238120"/>
                <a:gridCol w="3047760"/>
                <a:gridCol w="5429160"/>
              </a:tblGrid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Раздел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Каталоги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ffffff"/>
                          </a:solidFill>
                          <a:uFillTx/>
                          <a:latin typeface="Arial"/>
                          <a:ea typeface="Arial"/>
                        </a:rPr>
                        <a:t>Содержание</a:t>
                      </a:r>
                      <a:endParaRPr b="0" lang="ru-RU" sz="1400" strike="noStrike" u="none">
                        <a:solidFill>
                          <a:srgbClr val="ffffff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06498f"/>
                    </a:solidFill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Учебный маршрут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Modules/ · Project/ · Exam/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15 индивидуальных КИМ, командный ETL-проект, 47 вопросов и генератор 25 билетов.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Оценивание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methodical-guidelines/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16 тематических рубрик, 20 сквозных вариантов лабораторных работ, материалы для студентов и преподавателей.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Ресурсы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resources/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Стартовые датасеты, инструкции по промптам, статьи и литература.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Документы и исходники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docs/ · data/ · meta/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РПД, чек-лист качества, исходные DOCX/XLSX и требования к проекту.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498240"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1" lang="ru-RU" sz="1400" strike="noStrike" u="none">
                          <a:solidFill>
                            <a:srgbClr val="06498f"/>
                          </a:solidFill>
                          <a:uFillTx/>
                          <a:latin typeface="Arial"/>
                          <a:ea typeface="Arial"/>
                        </a:rPr>
                        <a:t>Команда и лицензия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solidFill>
                      <a:srgbClr val="eaf3fa"/>
                    </a:solidFill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team/ · LICENSE.md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85680" rIns="85680" anchor="ctr">
                      <a:noAutofit/>
                    </a:bodyPr>
                    <a:p>
                      <a:pPr>
                        <a:lnSpc>
                          <a:spcPct val="100000"/>
                        </a:lnSpc>
                      </a:pPr>
                      <a:r>
                        <a:rPr b="0" lang="ru-RU" sz="1400" strike="noStrike" u="none">
                          <a:solidFill>
                            <a:srgbClr val="17324d"/>
                          </a:solidFill>
                          <a:uFillTx/>
                          <a:latin typeface="Arial"/>
                          <a:ea typeface="Arial"/>
                        </a:rPr>
                        <a:t>Авторы, роли и вклад; открытая лицензия CC BY 4.0.</a:t>
                      </a:r>
                      <a:endParaRPr b="0" lang="ru-RU" sz="1400" strike="noStrike" u="none">
                        <a:solidFill>
                          <a:srgbClr val="000000"/>
                        </a:solidFill>
                        <a:uFillTx/>
                        <a:latin typeface="Arial"/>
                      </a:endParaRPr>
                    </a:p>
                  </a:txBody>
                  <a:tcPr anchor="ctr" marL="85680" marR="8568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293" name="s6-result-band"/>
          <p:cNvSpPr/>
          <p:nvPr/>
        </p:nvSpPr>
        <p:spPr>
          <a:xfrm>
            <a:off x="781200" y="5114880"/>
            <a:ext cx="10627920" cy="779040"/>
          </a:xfrm>
          <a:prstGeom prst="roundRect">
            <a:avLst>
              <a:gd name="adj" fmla="val 12195"/>
            </a:avLst>
          </a:prstGeom>
          <a:noFill/>
          <a:ln w="9525">
            <a:solidFill>
              <a:srgbClr val="bcd0e1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ru-RU" sz="18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4" name="s6-result-heading"/>
          <p:cNvSpPr/>
          <p:nvPr/>
        </p:nvSpPr>
        <p:spPr>
          <a:xfrm>
            <a:off x="990720" y="5172120"/>
            <a:ext cx="2569680" cy="24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350" strike="noStrike" u="none">
                <a:solidFill>
                  <a:srgbClr val="06498f"/>
                </a:solidFill>
                <a:uFillTx/>
                <a:latin typeface="Arial"/>
                <a:ea typeface="Arial"/>
              </a:rPr>
              <a:t>Результат проекта</a:t>
            </a:r>
            <a:endParaRPr b="0" lang="ru-RU" sz="13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5" name="s6-result"/>
          <p:cNvSpPr/>
          <p:nvPr/>
        </p:nvSpPr>
        <p:spPr>
          <a:xfrm>
            <a:off x="990720" y="5467320"/>
            <a:ext cx="10170720" cy="359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 fontScale="92500" lnSpcReduction="9999"/>
          </a:bodyPr>
          <a:p>
            <a:pPr defTabSz="914400">
              <a:lnSpc>
                <a:spcPct val="100000"/>
              </a:lnSpc>
              <a:tabLst>
                <a:tab algn="l" pos="0"/>
              </a:tabLst>
            </a:pPr>
            <a:r>
              <a:rPr b="0" lang="en-US" sz="1400" strike="noStrike" u="none">
                <a:solidFill>
                  <a:srgbClr val="17324d"/>
                </a:solidFill>
                <a:uFillTx/>
                <a:latin typeface="Arial"/>
                <a:ea typeface="Arial"/>
              </a:rPr>
              <a:t>Готовый к использованию открытый учебно-методический продукт: РПД, задания ЛР, ФОС, данные, инструкции и экзаменационные материалы связаны в одном репозитории.</a:t>
            </a:r>
            <a:endParaRPr b="0" lang="ru-RU" sz="14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6" name="s6-url"/>
          <p:cNvSpPr/>
          <p:nvPr/>
        </p:nvSpPr>
        <p:spPr>
          <a:xfrm>
            <a:off x="2666880" y="6067440"/>
            <a:ext cx="6855840" cy="264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rmAutofit/>
          </a:bodyPr>
          <a:p>
            <a:pPr algn="ct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sng">
                <a:solidFill>
                  <a:srgbClr val="467886"/>
                </a:solidFill>
                <a:uFillTx/>
                <a:latin typeface="Arial"/>
                <a:ea typeface="Arial"/>
                <a:hlinkClick r:id="rId2"/>
              </a:rPr>
              <a:t>github.com/Stasychbr/top_ai_2026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sp>
        <p:nvSpPr>
          <p:cNvPr id="297" name="slide-number-5"/>
          <p:cNvSpPr/>
          <p:nvPr/>
        </p:nvSpPr>
        <p:spPr>
          <a:xfrm>
            <a:off x="11239560" y="6581880"/>
            <a:ext cx="359640" cy="169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rmAutofit lnSpcReduction="9999"/>
          </a:bodyPr>
          <a:p>
            <a:pPr algn="r" defTabSz="914400">
              <a:lnSpc>
                <a:spcPct val="100000"/>
              </a:lnSpc>
              <a:tabLst>
                <a:tab algn="l" pos="0"/>
              </a:tabLst>
            </a:pPr>
            <a:r>
              <a:rPr b="1" lang="en-US" sz="120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5</a:t>
            </a:r>
            <a:endParaRPr b="0" lang="ru-RU" sz="120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Рисунок 1" descr=""/>
          <p:cNvPicPr/>
          <p:nvPr/>
        </p:nvPicPr>
        <p:blipFill>
          <a:blip r:embed="rId1"/>
          <a:stretch/>
        </p:blipFill>
        <p:spPr>
          <a:xfrm>
            <a:off x="0" y="1075320"/>
            <a:ext cx="846360" cy="1933200"/>
          </a:xfrm>
          <a:prstGeom prst="rect">
            <a:avLst/>
          </a:prstGeom>
          <a:ln w="0">
            <a:noFill/>
          </a:ln>
        </p:spPr>
      </p:pic>
      <p:sp>
        <p:nvSpPr>
          <p:cNvPr id="299" name="Прямоугольник 1"/>
          <p:cNvSpPr/>
          <p:nvPr/>
        </p:nvSpPr>
        <p:spPr>
          <a:xfrm>
            <a:off x="0" y="2519640"/>
            <a:ext cx="12189960" cy="2519640"/>
          </a:xfrm>
          <a:prstGeom prst="rect">
            <a:avLst/>
          </a:prstGeom>
          <a:solidFill>
            <a:srgbClr val="014189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chemeClr val="lt1"/>
              </a:solidFill>
              <a:uFillTx/>
              <a:latin typeface="Aptos"/>
            </a:endParaRPr>
          </a:p>
        </p:txBody>
      </p:sp>
      <p:pic>
        <p:nvPicPr>
          <p:cNvPr id="300" name="Рисунок 2" descr=""/>
          <p:cNvPicPr/>
          <p:nvPr/>
        </p:nvPicPr>
        <p:blipFill>
          <a:blip r:embed="rId2"/>
          <a:stretch/>
        </p:blipFill>
        <p:spPr>
          <a:xfrm>
            <a:off x="8764200" y="1362960"/>
            <a:ext cx="3425400" cy="4806360"/>
          </a:xfrm>
          <a:prstGeom prst="rect">
            <a:avLst/>
          </a:prstGeom>
          <a:ln w="0">
            <a:noFill/>
          </a:ln>
        </p:spPr>
      </p:pic>
      <p:sp>
        <p:nvSpPr>
          <p:cNvPr id="301" name="PlaceHolder 1"/>
          <p:cNvSpPr>
            <a:spLocks noGrp="1"/>
          </p:cNvSpPr>
          <p:nvPr>
            <p:ph type="title"/>
          </p:nvPr>
        </p:nvSpPr>
        <p:spPr>
          <a:xfrm>
            <a:off x="1260000" y="2916000"/>
            <a:ext cx="9141840" cy="1712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rmAutofit/>
          </a:bodyPr>
          <a:p>
            <a:pPr indent="0" algn="ctr">
              <a:lnSpc>
                <a:spcPct val="90000"/>
              </a:lnSpc>
              <a:buNone/>
              <a:tabLst>
                <a:tab algn="l" pos="0"/>
              </a:tabLst>
            </a:pPr>
            <a:r>
              <a:rPr b="1" lang="en-US" sz="2550" strike="noStrike" u="none">
                <a:solidFill>
                  <a:srgbClr val="ffffff"/>
                </a:solidFill>
                <a:uFillTx/>
                <a:latin typeface="Arial"/>
                <a:ea typeface="Arial"/>
              </a:rPr>
              <a:t>СПАСИБО ЗА ВНИМАНИЕ!</a:t>
            </a:r>
            <a:endParaRPr b="0" lang="ru-RU" sz="2550" strike="noStrike" u="none">
              <a:solidFill>
                <a:srgbClr val="000000"/>
              </a:solidFill>
              <a:uFillTx/>
              <a:latin typeface="Arial"/>
            </a:endParaRPr>
          </a:p>
        </p:txBody>
      </p:sp>
      <p:pic>
        <p:nvPicPr>
          <p:cNvPr id="302" name="Рисунок 3" descr=""/>
          <p:cNvPicPr/>
          <p:nvPr/>
        </p:nvPicPr>
        <p:blipFill>
          <a:blip r:embed="rId3"/>
          <a:stretch/>
        </p:blipFill>
        <p:spPr>
          <a:xfrm>
            <a:off x="676440" y="386280"/>
            <a:ext cx="5320080" cy="327600"/>
          </a:xfrm>
          <a:prstGeom prst="rect">
            <a:avLst/>
          </a:prstGeom>
          <a:ln w="0">
            <a:noFill/>
          </a:ln>
        </p:spPr>
      </p:pic>
      <p:pic>
        <p:nvPicPr>
          <p:cNvPr id="303" name="Рисунок 5" descr=""/>
          <p:cNvPicPr/>
          <p:nvPr/>
        </p:nvPicPr>
        <p:blipFill>
          <a:blip r:embed="rId4"/>
          <a:stretch/>
        </p:blipFill>
        <p:spPr>
          <a:xfrm>
            <a:off x="9823320" y="391680"/>
            <a:ext cx="1690200" cy="32760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1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1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2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3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4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5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6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7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8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9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Стандартная">
      <a:majorFont>
        <a:latin typeface="Aptos Display" pitchFamily="0" charset="1"/>
        <a:ea typeface=""/>
        <a:cs typeface=""/>
      </a:majorFont>
      <a:minorFont>
        <a:latin typeface="Aptos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0.xml><?xml version="1.0" encoding="utf-8"?>
<a:theme xmlns:a="http://schemas.openxmlformats.org/drawingml/2006/main" xmlns:r="http://schemas.openxmlformats.org/officeDocument/2006/relationships" name="Тема Office">
  <a:themeElements>
    <a:clrScheme name="Стандартная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1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97</TotalTime>
  <Application>LibreOffice/24.8.3.1$Windows_X86_64 LibreOffice_project/65412f067af443213e726c93f137ccc85c9a1e06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2026-07-28T08:42:38Z</dcterms:created>
  <dc:creator>Walnut Exporter</dc:creator>
  <dc:description/>
  <dc:language>ru-RU</dc:language>
  <cp:lastModifiedBy>А М Гостин</cp:lastModifiedBy>
  <dcterms:modified xsi:type="dcterms:W3CDTF">2026-07-29T09:11:19Z</dcterms:modified>
  <cp:revision>12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